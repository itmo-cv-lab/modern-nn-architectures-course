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0" r:id="rId1"/>
  </p:sldMasterIdLst>
  <p:notesMasterIdLst>
    <p:notesMasterId r:id="rId35"/>
  </p:notesMasterIdLst>
  <p:handoutMasterIdLst>
    <p:handoutMasterId r:id="rId36"/>
  </p:handoutMasterIdLst>
  <p:sldIdLst>
    <p:sldId id="265" r:id="rId2"/>
    <p:sldId id="422" r:id="rId3"/>
    <p:sldId id="393" r:id="rId4"/>
    <p:sldId id="504" r:id="rId5"/>
    <p:sldId id="505" r:id="rId6"/>
    <p:sldId id="506" r:id="rId7"/>
    <p:sldId id="509" r:id="rId8"/>
    <p:sldId id="508" r:id="rId9"/>
    <p:sldId id="510" r:id="rId10"/>
    <p:sldId id="511" r:id="rId11"/>
    <p:sldId id="512" r:id="rId12"/>
    <p:sldId id="513" r:id="rId13"/>
    <p:sldId id="514" r:id="rId14"/>
    <p:sldId id="515" r:id="rId15"/>
    <p:sldId id="516" r:id="rId16"/>
    <p:sldId id="517" r:id="rId17"/>
    <p:sldId id="518" r:id="rId18"/>
    <p:sldId id="519" r:id="rId19"/>
    <p:sldId id="520" r:id="rId20"/>
    <p:sldId id="521" r:id="rId21"/>
    <p:sldId id="522" r:id="rId22"/>
    <p:sldId id="523" r:id="rId23"/>
    <p:sldId id="524" r:id="rId24"/>
    <p:sldId id="525" r:id="rId25"/>
    <p:sldId id="526" r:id="rId26"/>
    <p:sldId id="530" r:id="rId27"/>
    <p:sldId id="527" r:id="rId28"/>
    <p:sldId id="528" r:id="rId29"/>
    <p:sldId id="529" r:id="rId30"/>
    <p:sldId id="531" r:id="rId31"/>
    <p:sldId id="532" r:id="rId32"/>
    <p:sldId id="533" r:id="rId33"/>
    <p:sldId id="263" r:id="rId3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1">
          <p15:clr>
            <a:srgbClr val="A4A3A4"/>
          </p15:clr>
        </p15:guide>
        <p15:guide id="2" pos="2874">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2595315-6059-63B0-9BE8-AAFD11894995}" name="Елена Иванченко" initials="ЕИ" userId="7f7d7db965285a96"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Самолетов" initials="С"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Средний стиль 2 — акцент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72" autoAdjust="0"/>
  </p:normalViewPr>
  <p:slideViewPr>
    <p:cSldViewPr snapToGrid="0" snapToObjects="1" showGuides="1">
      <p:cViewPr varScale="1">
        <p:scale>
          <a:sx n="92" d="100"/>
          <a:sy n="92" d="100"/>
        </p:scale>
        <p:origin x="1210" y="77"/>
      </p:cViewPr>
      <p:guideLst>
        <p:guide orient="horz" pos="1611"/>
        <p:guide pos="28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5" d="100"/>
          <a:sy n="85" d="100"/>
        </p:scale>
        <p:origin x="388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9412975-4CFD-C441-A244-B7FD9A9579C2}" type="datetimeFigureOut">
              <a:rPr lang="en-US" smtClean="0"/>
              <a:pPr/>
              <a:t>11/16/2025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2D660DC-725D-2A44-9F89-74FE668A9C6B}" type="slidenum">
              <a:rPr lang="en-US" smtClean="0"/>
              <a:pPr/>
              <a:t>‹#›</a:t>
            </a:fld>
            <a:endParaRPr lang="en-US"/>
          </a:p>
        </p:txBody>
      </p:sp>
    </p:spTree>
    <p:extLst>
      <p:ext uri="{BB962C8B-B14F-4D97-AF65-F5344CB8AC3E}">
        <p14:creationId xmlns:p14="http://schemas.microsoft.com/office/powerpoint/2010/main" val="144712542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DAFD1C8-470D-774F-8B40-381C3059BD4A}" type="datetimeFigureOut">
              <a:rPr lang="en-US" smtClean="0"/>
              <a:pPr/>
              <a:t>11/16/2025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449711C-DB87-6342-8123-FE7E39EB0067}" type="slidenum">
              <a:rPr lang="en-US" smtClean="0"/>
              <a:pPr/>
              <a:t>‹#›</a:t>
            </a:fld>
            <a:endParaRPr lang="en-US"/>
          </a:p>
        </p:txBody>
      </p:sp>
    </p:spTree>
    <p:extLst>
      <p:ext uri="{BB962C8B-B14F-4D97-AF65-F5344CB8AC3E}">
        <p14:creationId xmlns:p14="http://schemas.microsoft.com/office/powerpoint/2010/main" val="412007329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en-US" dirty="0"/>
          </a:p>
        </p:txBody>
      </p:sp>
      <p:sp>
        <p:nvSpPr>
          <p:cNvPr id="4" name="Номер слайда 3"/>
          <p:cNvSpPr>
            <a:spLocks noGrp="1"/>
          </p:cNvSpPr>
          <p:nvPr>
            <p:ph type="sldNum" sz="quarter" idx="5"/>
          </p:nvPr>
        </p:nvSpPr>
        <p:spPr/>
        <p:txBody>
          <a:bodyPr/>
          <a:lstStyle/>
          <a:p>
            <a:fld id="{F449711C-DB87-6342-8123-FE7E39EB0067}" type="slidenum">
              <a:rPr lang="en-US" smtClean="0"/>
              <a:pPr/>
              <a:t>15</a:t>
            </a:fld>
            <a:endParaRPr lang="en-US"/>
          </a:p>
        </p:txBody>
      </p:sp>
    </p:spTree>
    <p:extLst>
      <p:ext uri="{BB962C8B-B14F-4D97-AF65-F5344CB8AC3E}">
        <p14:creationId xmlns:p14="http://schemas.microsoft.com/office/powerpoint/2010/main" val="9481158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Box 6"/>
          <p:cNvSpPr txBox="1"/>
          <p:nvPr/>
        </p:nvSpPr>
        <p:spPr>
          <a:xfrm>
            <a:off x="5098416" y="490274"/>
            <a:ext cx="184731" cy="369332"/>
          </a:xfrm>
          <a:prstGeom prst="rect">
            <a:avLst/>
          </a:prstGeom>
          <a:noFill/>
        </p:spPr>
        <p:txBody>
          <a:bodyPr wrap="none" rtlCol="0">
            <a:spAutoFit/>
          </a:bodyPr>
          <a:lstStyle/>
          <a:p>
            <a:endParaRPr lang="en-US" dirty="0"/>
          </a:p>
        </p:txBody>
      </p:sp>
      <p:sp>
        <p:nvSpPr>
          <p:cNvPr id="8" name="TextBox 7"/>
          <p:cNvSpPr txBox="1"/>
          <p:nvPr/>
        </p:nvSpPr>
        <p:spPr>
          <a:xfrm>
            <a:off x="5910801" y="427239"/>
            <a:ext cx="184731" cy="369332"/>
          </a:xfrm>
          <a:prstGeom prst="rect">
            <a:avLst/>
          </a:prstGeom>
          <a:noFill/>
        </p:spPr>
        <p:txBody>
          <a:bodyPr wrap="none" rtlCol="0">
            <a:spAutoFit/>
          </a:bodyPr>
          <a:lstStyle/>
          <a:p>
            <a:endParaRPr lang="en-US" dirty="0"/>
          </a:p>
        </p:txBody>
      </p:sp>
      <p:sp>
        <p:nvSpPr>
          <p:cNvPr id="2" name="TextBox 1">
            <a:extLst>
              <a:ext uri="{FF2B5EF4-FFF2-40B4-BE49-F238E27FC236}">
                <a16:creationId xmlns:a16="http://schemas.microsoft.com/office/drawing/2014/main" id="{67783B35-4D64-24CD-46E0-32E9FC276C40}"/>
              </a:ext>
            </a:extLst>
          </p:cNvPr>
          <p:cNvSpPr txBox="1"/>
          <p:nvPr userDrawn="1"/>
        </p:nvSpPr>
        <p:spPr>
          <a:xfrm>
            <a:off x="5098416" y="490274"/>
            <a:ext cx="184731" cy="369332"/>
          </a:xfrm>
          <a:prstGeom prst="rect">
            <a:avLst/>
          </a:prstGeom>
          <a:noFill/>
        </p:spPr>
        <p:txBody>
          <a:bodyPr wrap="none" rtlCol="0">
            <a:spAutoFit/>
          </a:bodyPr>
          <a:lstStyle/>
          <a:p>
            <a:endParaRPr lang="en-US" dirty="0"/>
          </a:p>
        </p:txBody>
      </p:sp>
      <p:sp>
        <p:nvSpPr>
          <p:cNvPr id="3" name="TextBox 2">
            <a:extLst>
              <a:ext uri="{FF2B5EF4-FFF2-40B4-BE49-F238E27FC236}">
                <a16:creationId xmlns:a16="http://schemas.microsoft.com/office/drawing/2014/main" id="{35FEFD47-67FA-CC9C-A247-DDA306E69DC7}"/>
              </a:ext>
            </a:extLst>
          </p:cNvPr>
          <p:cNvSpPr txBox="1"/>
          <p:nvPr userDrawn="1"/>
        </p:nvSpPr>
        <p:spPr>
          <a:xfrm>
            <a:off x="5910801" y="427239"/>
            <a:ext cx="184731" cy="369332"/>
          </a:xfrm>
          <a:prstGeom prst="rect">
            <a:avLst/>
          </a:prstGeom>
          <a:noFill/>
        </p:spPr>
        <p:txBody>
          <a:bodyPr wrap="none" rtlCol="0">
            <a:spAutoFit/>
          </a:bodyPr>
          <a:lstStyle/>
          <a:p>
            <a:endParaRPr lang="en-US" dirty="0"/>
          </a:p>
        </p:txBody>
      </p:sp>
      <p:sp>
        <p:nvSpPr>
          <p:cNvPr id="4" name="Title 1">
            <a:extLst>
              <a:ext uri="{FF2B5EF4-FFF2-40B4-BE49-F238E27FC236}">
                <a16:creationId xmlns:a16="http://schemas.microsoft.com/office/drawing/2014/main" id="{2B74B261-5474-8217-1C1F-DF8DF956D9C5}"/>
              </a:ext>
            </a:extLst>
          </p:cNvPr>
          <p:cNvSpPr>
            <a:spLocks noGrp="1"/>
          </p:cNvSpPr>
          <p:nvPr>
            <p:ph type="title" hasCustomPrompt="1"/>
          </p:nvPr>
        </p:nvSpPr>
        <p:spPr>
          <a:xfrm>
            <a:off x="457200" y="306435"/>
            <a:ext cx="6824382"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
        <p:nvSpPr>
          <p:cNvPr id="5" name="Content Placeholder 2">
            <a:extLst>
              <a:ext uri="{FF2B5EF4-FFF2-40B4-BE49-F238E27FC236}">
                <a16:creationId xmlns:a16="http://schemas.microsoft.com/office/drawing/2014/main" id="{85A92729-C745-7CCF-6847-2DF14BA71383}"/>
              </a:ext>
            </a:extLst>
          </p:cNvPr>
          <p:cNvSpPr>
            <a:spLocks noGrp="1"/>
          </p:cNvSpPr>
          <p:nvPr>
            <p:ph sz="half" idx="1" hasCustomPrompt="1"/>
          </p:nvPr>
        </p:nvSpPr>
        <p:spPr>
          <a:xfrm>
            <a:off x="457199" y="1040162"/>
            <a:ext cx="8389257" cy="3735038"/>
          </a:xfrm>
        </p:spPr>
        <p:txBody>
          <a:bodyPr>
            <a:normAutofit/>
          </a:bodyPr>
          <a:lstStyle>
            <a:lvl1pPr marL="0" indent="0">
              <a:buFont typeface="Arial" panose="020B0604020202020204" pitchFamily="34" charset="0"/>
              <a:buNone/>
              <a:defRPr sz="2000" baseline="0"/>
            </a:lvl1pPr>
            <a:lvl2pPr marL="457200" indent="0">
              <a:buFont typeface="Arial" panose="020B0604020202020204" pitchFamily="34" charset="0"/>
              <a:buNone/>
              <a:defRPr sz="2400"/>
            </a:lvl2pPr>
            <a:lvl3pPr marL="914400" indent="0">
              <a:buFont typeface="Arial" panose="020B0604020202020204" pitchFamily="34" charset="0"/>
              <a:buNone/>
              <a:defRPr sz="2000"/>
            </a:lvl3pPr>
            <a:lvl4pPr marL="1371600" indent="0">
              <a:buFont typeface="Arial" panose="020B0604020202020204" pitchFamily="34" charset="0"/>
              <a:buNone/>
              <a:defRPr sz="1800"/>
            </a:lvl4pPr>
            <a:lvl5pPr marL="1828800" indent="0">
              <a:buFont typeface="Arial" panose="020B0604020202020204" pitchFamily="34" charset="0"/>
              <a:buNone/>
              <a:defRPr sz="1800"/>
            </a:lvl5pPr>
            <a:lvl6pPr>
              <a:defRPr sz="1800"/>
            </a:lvl6pPr>
            <a:lvl7pPr>
              <a:defRPr sz="1800"/>
            </a:lvl7pPr>
            <a:lvl8pPr>
              <a:defRPr sz="1800"/>
            </a:lvl8pPr>
            <a:lvl9pPr>
              <a:defRPr sz="1800"/>
            </a:lvl9pPr>
          </a:lstStyle>
          <a:p>
            <a:r>
              <a:rPr lang="ru-RU" sz="2000" dirty="0">
                <a:latin typeface="Golos Text" panose="020B0503020202020204"/>
              </a:rPr>
              <a:t>Здесь при необходимости располагается основной текст слайда, ключевая формулировка.</a:t>
            </a:r>
          </a:p>
          <a:p>
            <a:endParaRPr lang="ru-RU" sz="2000" dirty="0">
              <a:latin typeface="Golos Text" panose="020B0503020202020204"/>
            </a:endParaRPr>
          </a:p>
          <a:p>
            <a:pPr marL="0" indent="0" algn="l">
              <a:buNone/>
            </a:pPr>
            <a:r>
              <a:rPr lang="ru-RU" sz="18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800" b="0" i="0" dirty="0">
                <a:solidFill>
                  <a:srgbClr val="2C2D2E"/>
                </a:solidFill>
                <a:effectLst/>
                <a:latin typeface="Golos Text" panose="020B0503020202020204"/>
              </a:rPr>
              <a:t> список;</a:t>
            </a:r>
          </a:p>
          <a:p>
            <a:pPr algn="l">
              <a:buFont typeface="Arial" panose="020B0604020202020204" pitchFamily="34" charset="0"/>
              <a:buChar char="•"/>
            </a:pPr>
            <a:r>
              <a:rPr lang="ru-RU" sz="1800" b="0" i="0" dirty="0">
                <a:solidFill>
                  <a:srgbClr val="2C2D2E"/>
                </a:solidFill>
                <a:effectLst/>
                <a:latin typeface="Golos Text" panose="020B0503020202020204"/>
              </a:rPr>
              <a:t> список;</a:t>
            </a:r>
          </a:p>
          <a:p>
            <a:pPr algn="l">
              <a:buFont typeface="Arial" panose="020B0604020202020204" pitchFamily="34" charset="0"/>
              <a:buChar char="•"/>
            </a:pPr>
            <a:r>
              <a:rPr lang="ru-RU" sz="1800" b="0" i="0" dirty="0">
                <a:solidFill>
                  <a:srgbClr val="2C2D2E"/>
                </a:solidFill>
                <a:effectLst/>
                <a:latin typeface="Golos Text" panose="020B0503020202020204"/>
              </a:rPr>
              <a:t> конец списка.</a:t>
            </a:r>
          </a:p>
        </p:txBody>
      </p:sp>
    </p:spTree>
    <p:extLst>
      <p:ext uri="{BB962C8B-B14F-4D97-AF65-F5344CB8AC3E}">
        <p14:creationId xmlns:p14="http://schemas.microsoft.com/office/powerpoint/2010/main" val="3599776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kfq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06435"/>
            <a:ext cx="6824382"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
        <p:nvSpPr>
          <p:cNvPr id="3" name="Content Placeholder 2"/>
          <p:cNvSpPr>
            <a:spLocks noGrp="1"/>
          </p:cNvSpPr>
          <p:nvPr>
            <p:ph sz="half" idx="1" hasCustomPrompt="1"/>
          </p:nvPr>
        </p:nvSpPr>
        <p:spPr>
          <a:xfrm>
            <a:off x="457200" y="1211943"/>
            <a:ext cx="7467600" cy="3447143"/>
          </a:xfrm>
        </p:spPr>
        <p:txBody>
          <a:bodyPr/>
          <a:lstStyle>
            <a:lvl1pPr marL="0" indent="0">
              <a:buFont typeface="Arial" panose="020B0604020202020204" pitchFamily="34" charset="0"/>
              <a:buNone/>
              <a:defRPr sz="1400" baseline="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ru-RU" sz="2400" dirty="0">
                <a:latin typeface="Golos Text" panose="020B0503020202020204"/>
              </a:rPr>
              <a:t>Здесь при необходимости располагается основной текст слайда, ключевая формулировка.</a:t>
            </a:r>
          </a:p>
          <a:p>
            <a:endParaRPr lang="ru-RU" sz="2400" dirty="0">
              <a:latin typeface="Golos Text" panose="020B0503020202020204"/>
            </a:endParaRPr>
          </a:p>
          <a:p>
            <a:pPr marL="0" indent="0" algn="l">
              <a:buNone/>
            </a:pPr>
            <a:r>
              <a:rPr lang="ru-RU" sz="20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2000" b="0" i="0" dirty="0">
                <a:solidFill>
                  <a:srgbClr val="2C2D2E"/>
                </a:solidFill>
                <a:effectLst/>
                <a:latin typeface="Golos Text" panose="020B0503020202020204"/>
              </a:rPr>
              <a:t> список;</a:t>
            </a:r>
          </a:p>
          <a:p>
            <a:pPr algn="l">
              <a:buFont typeface="Arial" panose="020B0604020202020204" pitchFamily="34" charset="0"/>
              <a:buChar char="•"/>
            </a:pPr>
            <a:r>
              <a:rPr lang="ru-RU" sz="2000" b="0" i="0" dirty="0">
                <a:solidFill>
                  <a:srgbClr val="2C2D2E"/>
                </a:solidFill>
                <a:effectLst/>
                <a:latin typeface="Golos Text" panose="020B0503020202020204"/>
              </a:rPr>
              <a:t> список;</a:t>
            </a:r>
          </a:p>
          <a:p>
            <a:pPr algn="l">
              <a:buFont typeface="Arial" panose="020B0604020202020204" pitchFamily="34" charset="0"/>
              <a:buChar char="•"/>
            </a:pPr>
            <a:r>
              <a:rPr lang="ru-RU" sz="2000" b="0" i="0" dirty="0">
                <a:solidFill>
                  <a:srgbClr val="2C2D2E"/>
                </a:solidFill>
                <a:effectLst/>
                <a:latin typeface="Golos Text" panose="020B0503020202020204"/>
              </a:rPr>
              <a:t> конец списка.</a:t>
            </a:r>
          </a:p>
        </p:txBody>
      </p:sp>
    </p:spTree>
    <p:extLst>
      <p:ext uri="{BB962C8B-B14F-4D97-AF65-F5344CB8AC3E}">
        <p14:creationId xmlns:p14="http://schemas.microsoft.com/office/powerpoint/2010/main" val="3509715879"/>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Текст 7">
            <a:extLst>
              <a:ext uri="{FF2B5EF4-FFF2-40B4-BE49-F238E27FC236}">
                <a16:creationId xmlns:a16="http://schemas.microsoft.com/office/drawing/2014/main" id="{DC7664A4-1431-5B79-D831-F6220EA4364C}"/>
              </a:ext>
            </a:extLst>
          </p:cNvPr>
          <p:cNvSpPr>
            <a:spLocks noGrp="1"/>
          </p:cNvSpPr>
          <p:nvPr>
            <p:ph type="body" sz="quarter" idx="10" hasCustomPrompt="1"/>
          </p:nvPr>
        </p:nvSpPr>
        <p:spPr>
          <a:xfrm>
            <a:off x="507999" y="1792286"/>
            <a:ext cx="3635830" cy="1573671"/>
          </a:xfrm>
        </p:spPr>
        <p:txBody>
          <a:bodyPr>
            <a:normAutofit/>
          </a:bodyPr>
          <a:lstStyle>
            <a:lvl1pPr marL="0" indent="0">
              <a:buNone/>
              <a:defRPr sz="16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r>
              <a:rPr lang="ru-RU" sz="1200" dirty="0">
                <a:latin typeface="Golos Text" panose="020B0503020202020204"/>
              </a:rPr>
              <a:t>Здесь при необходимости располагается основной текст слайда, ключевая формулировка.</a:t>
            </a:r>
          </a:p>
        </p:txBody>
      </p:sp>
      <p:sp>
        <p:nvSpPr>
          <p:cNvPr id="4" name="Текст 13">
            <a:extLst>
              <a:ext uri="{FF2B5EF4-FFF2-40B4-BE49-F238E27FC236}">
                <a16:creationId xmlns:a16="http://schemas.microsoft.com/office/drawing/2014/main" id="{9A5E5274-1C05-A7BB-B9D5-BE8CD4A5E9F8}"/>
              </a:ext>
            </a:extLst>
          </p:cNvPr>
          <p:cNvSpPr>
            <a:spLocks noGrp="1"/>
          </p:cNvSpPr>
          <p:nvPr>
            <p:ph type="body" sz="quarter" idx="13" hasCustomPrompt="1"/>
          </p:nvPr>
        </p:nvSpPr>
        <p:spPr>
          <a:xfrm>
            <a:off x="507999" y="1182459"/>
            <a:ext cx="2960913" cy="595085"/>
          </a:xfrm>
        </p:spPr>
        <p:txBody>
          <a:bodyPr>
            <a:normAutofit/>
          </a:bodyPr>
          <a:lstStyle>
            <a:lvl1pPr marL="0" indent="0">
              <a:buNone/>
              <a:defRPr sz="1600" u="sng" baseline="0">
                <a:latin typeface="Golos Text DemiBold" panose="020B0703020202020204" pitchFamily="34" charset="-52"/>
              </a:defRPr>
            </a:lvl1pPr>
          </a:lstStyle>
          <a:p>
            <a:pPr lvl="0"/>
            <a:r>
              <a:rPr lang="ru-RU" dirty="0"/>
              <a:t>Подзаголовок</a:t>
            </a:r>
          </a:p>
        </p:txBody>
      </p:sp>
      <p:sp>
        <p:nvSpPr>
          <p:cNvPr id="5" name="Текст 7">
            <a:extLst>
              <a:ext uri="{FF2B5EF4-FFF2-40B4-BE49-F238E27FC236}">
                <a16:creationId xmlns:a16="http://schemas.microsoft.com/office/drawing/2014/main" id="{5FC28AB9-3129-9DBE-782C-D2B113A5A6D2}"/>
              </a:ext>
            </a:extLst>
          </p:cNvPr>
          <p:cNvSpPr>
            <a:spLocks noGrp="1"/>
          </p:cNvSpPr>
          <p:nvPr>
            <p:ph type="body" sz="quarter" idx="14" hasCustomPrompt="1"/>
          </p:nvPr>
        </p:nvSpPr>
        <p:spPr>
          <a:xfrm>
            <a:off x="5000171" y="3011486"/>
            <a:ext cx="3635830" cy="1573671"/>
          </a:xfrm>
        </p:spPr>
        <p:txBody>
          <a:bodyPr>
            <a:normAutofit/>
          </a:bodyPr>
          <a:lstStyle>
            <a:lvl1pPr marL="0" indent="0">
              <a:buNone/>
              <a:defRPr sz="14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1200" dirty="0">
                <a:latin typeface="Golos Text" panose="020B0503020202020204"/>
              </a:rPr>
              <a:t>Основной текст слайда, ключевая формулировка.</a:t>
            </a:r>
          </a:p>
          <a:p>
            <a:pPr marL="0" indent="0" algn="l">
              <a:buNone/>
            </a:pPr>
            <a:endParaRPr lang="en-US" sz="1200" b="1" i="0" dirty="0">
              <a:solidFill>
                <a:srgbClr val="2C2D2E"/>
              </a:solidFill>
              <a:effectLst/>
              <a:latin typeface="Golos Text" panose="020B0503020202020204"/>
            </a:endParaRPr>
          </a:p>
          <a:p>
            <a:pPr marL="0" indent="0" algn="l">
              <a:buNone/>
            </a:pPr>
            <a:r>
              <a:rPr lang="ru-RU" sz="12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200" b="0" i="0" dirty="0">
                <a:solidFill>
                  <a:srgbClr val="2C2D2E"/>
                </a:solidFill>
                <a:effectLst/>
                <a:latin typeface="Golos Text" panose="020B0503020202020204"/>
              </a:rPr>
              <a:t> список;</a:t>
            </a:r>
          </a:p>
          <a:p>
            <a:pPr algn="l">
              <a:buFont typeface="Arial" panose="020B0604020202020204" pitchFamily="34" charset="0"/>
              <a:buChar char="•"/>
            </a:pPr>
            <a:r>
              <a:rPr lang="ru-RU" sz="1200" b="0" i="0" dirty="0">
                <a:solidFill>
                  <a:srgbClr val="2C2D2E"/>
                </a:solidFill>
                <a:effectLst/>
                <a:latin typeface="Golos Text" panose="020B0503020202020204"/>
              </a:rPr>
              <a:t> список;</a:t>
            </a:r>
          </a:p>
          <a:p>
            <a:pPr algn="l">
              <a:buFont typeface="Arial" panose="020B0604020202020204" pitchFamily="34" charset="0"/>
              <a:buChar char="•"/>
            </a:pPr>
            <a:r>
              <a:rPr lang="ru-RU" sz="1200" b="0" i="0" dirty="0">
                <a:solidFill>
                  <a:srgbClr val="2C2D2E"/>
                </a:solidFill>
                <a:effectLst/>
                <a:latin typeface="Golos Text" panose="020B0503020202020204"/>
              </a:rPr>
              <a:t> конец списка.</a:t>
            </a:r>
          </a:p>
        </p:txBody>
      </p:sp>
      <p:sp>
        <p:nvSpPr>
          <p:cNvPr id="6" name="Текст 13">
            <a:extLst>
              <a:ext uri="{FF2B5EF4-FFF2-40B4-BE49-F238E27FC236}">
                <a16:creationId xmlns:a16="http://schemas.microsoft.com/office/drawing/2014/main" id="{12C4E9B1-800A-20F6-E4F7-84C6B3BE946F}"/>
              </a:ext>
            </a:extLst>
          </p:cNvPr>
          <p:cNvSpPr>
            <a:spLocks noGrp="1"/>
          </p:cNvSpPr>
          <p:nvPr>
            <p:ph type="body" sz="quarter" idx="15" hasCustomPrompt="1"/>
          </p:nvPr>
        </p:nvSpPr>
        <p:spPr>
          <a:xfrm>
            <a:off x="5000171" y="2401659"/>
            <a:ext cx="2960913" cy="595085"/>
          </a:xfrm>
        </p:spPr>
        <p:txBody>
          <a:bodyPr>
            <a:normAutofit/>
          </a:bodyPr>
          <a:lstStyle>
            <a:lvl1pPr marL="0" indent="0">
              <a:buNone/>
              <a:defRPr sz="1600" u="sng" baseline="0">
                <a:latin typeface="Golos Text DemiBold" panose="020B0703020202020204" pitchFamily="34" charset="-52"/>
              </a:defRPr>
            </a:lvl1pPr>
          </a:lstStyle>
          <a:p>
            <a:pPr lvl="0"/>
            <a:r>
              <a:rPr lang="ru-RU" dirty="0"/>
              <a:t>Подзаголовок</a:t>
            </a:r>
          </a:p>
        </p:txBody>
      </p:sp>
      <p:sp>
        <p:nvSpPr>
          <p:cNvPr id="7" name="Title 1">
            <a:extLst>
              <a:ext uri="{FF2B5EF4-FFF2-40B4-BE49-F238E27FC236}">
                <a16:creationId xmlns:a16="http://schemas.microsoft.com/office/drawing/2014/main" id="{5D8C1609-7E48-B73D-CDA4-19FD56B59EED}"/>
              </a:ext>
            </a:extLst>
          </p:cNvPr>
          <p:cNvSpPr>
            <a:spLocks noGrp="1"/>
          </p:cNvSpPr>
          <p:nvPr>
            <p:ph type="title" hasCustomPrompt="1"/>
          </p:nvPr>
        </p:nvSpPr>
        <p:spPr>
          <a:xfrm>
            <a:off x="457200" y="306435"/>
            <a:ext cx="6824382"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Tree>
    <p:extLst>
      <p:ext uri="{BB962C8B-B14F-4D97-AF65-F5344CB8AC3E}">
        <p14:creationId xmlns:p14="http://schemas.microsoft.com/office/powerpoint/2010/main" val="2139329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5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Рисунок 2">
            <a:extLst>
              <a:ext uri="{FF2B5EF4-FFF2-40B4-BE49-F238E27FC236}">
                <a16:creationId xmlns:a16="http://schemas.microsoft.com/office/drawing/2014/main" id="{256F42A0-92A9-ED41-A4B6-1B839857D476}"/>
              </a:ext>
            </a:extLst>
          </p:cNvPr>
          <p:cNvSpPr>
            <a:spLocks noGrp="1"/>
          </p:cNvSpPr>
          <p:nvPr>
            <p:ph type="pic" sz="quarter" idx="10"/>
          </p:nvPr>
        </p:nvSpPr>
        <p:spPr>
          <a:xfrm>
            <a:off x="457200" y="936852"/>
            <a:ext cx="4608513" cy="3842155"/>
          </a:xfrm>
          <a:prstGeom prst="roundRect">
            <a:avLst>
              <a:gd name="adj" fmla="val 7784"/>
            </a:avLst>
          </a:prstGeom>
        </p:spPr>
        <p:txBody>
          <a:bodyPr/>
          <a:lstStyle/>
          <a:p>
            <a:endParaRPr lang="ru-RU" dirty="0"/>
          </a:p>
        </p:txBody>
      </p:sp>
      <p:sp>
        <p:nvSpPr>
          <p:cNvPr id="5" name="Title 1">
            <a:extLst>
              <a:ext uri="{FF2B5EF4-FFF2-40B4-BE49-F238E27FC236}">
                <a16:creationId xmlns:a16="http://schemas.microsoft.com/office/drawing/2014/main" id="{7AA1A601-605F-FFE8-0BFA-9EB221F44BCC}"/>
              </a:ext>
            </a:extLst>
          </p:cNvPr>
          <p:cNvSpPr>
            <a:spLocks noGrp="1"/>
          </p:cNvSpPr>
          <p:nvPr>
            <p:ph type="title" hasCustomPrompt="1"/>
          </p:nvPr>
        </p:nvSpPr>
        <p:spPr>
          <a:xfrm>
            <a:off x="457200" y="306435"/>
            <a:ext cx="6291943"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
        <p:nvSpPr>
          <p:cNvPr id="7" name="Текст 6">
            <a:extLst>
              <a:ext uri="{FF2B5EF4-FFF2-40B4-BE49-F238E27FC236}">
                <a16:creationId xmlns:a16="http://schemas.microsoft.com/office/drawing/2014/main" id="{E555EF72-8579-6966-364E-7EB76150977B}"/>
              </a:ext>
            </a:extLst>
          </p:cNvPr>
          <p:cNvSpPr>
            <a:spLocks noGrp="1"/>
          </p:cNvSpPr>
          <p:nvPr>
            <p:ph type="body" sz="quarter" idx="11" hasCustomPrompt="1"/>
          </p:nvPr>
        </p:nvSpPr>
        <p:spPr>
          <a:xfrm>
            <a:off x="5508171" y="1153886"/>
            <a:ext cx="2532743" cy="3425371"/>
          </a:xfrm>
        </p:spPr>
        <p:txBody>
          <a:bodyPr>
            <a:normAutofit/>
          </a:bodyPr>
          <a:lstStyle>
            <a:lvl1pPr marL="0" indent="0">
              <a:buNone/>
              <a:defRPr sz="1200" baseline="0"/>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r>
              <a:rPr lang="ru-RU" sz="1400" dirty="0">
                <a:latin typeface="Golos Text" panose="020B0503020202020204"/>
              </a:rPr>
              <a:t>Здесь при необходимости располагается основной текст слайда, ключевая формулировка.</a:t>
            </a:r>
          </a:p>
        </p:txBody>
      </p:sp>
    </p:spTree>
    <p:extLst>
      <p:ext uri="{BB962C8B-B14F-4D97-AF65-F5344CB8AC3E}">
        <p14:creationId xmlns:p14="http://schemas.microsoft.com/office/powerpoint/2010/main" val="439475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6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60393FA-3ECC-3158-E15E-58890F60BDB3}"/>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
        <p:nvSpPr>
          <p:cNvPr id="4" name="Content Placeholder 2">
            <a:extLst>
              <a:ext uri="{FF2B5EF4-FFF2-40B4-BE49-F238E27FC236}">
                <a16:creationId xmlns:a16="http://schemas.microsoft.com/office/drawing/2014/main" id="{613DB0C6-E4DE-9A4B-998D-34852F1B3E94}"/>
              </a:ext>
            </a:extLst>
          </p:cNvPr>
          <p:cNvSpPr>
            <a:spLocks noGrp="1"/>
          </p:cNvSpPr>
          <p:nvPr>
            <p:ph sz="half" idx="1" hasCustomPrompt="1"/>
          </p:nvPr>
        </p:nvSpPr>
        <p:spPr>
          <a:xfrm>
            <a:off x="457199" y="1040162"/>
            <a:ext cx="8389257" cy="3735038"/>
          </a:xfrm>
        </p:spPr>
        <p:txBody>
          <a:bodyPr>
            <a:normAutofit/>
          </a:bodyPr>
          <a:lstStyle>
            <a:lvl1pPr marL="0" indent="0">
              <a:buFont typeface="Arial" panose="020B0604020202020204" pitchFamily="34" charset="0"/>
              <a:buNone/>
              <a:defRPr sz="1800" b="0" baseline="0">
                <a:solidFill>
                  <a:schemeClr val="bg1"/>
                </a:solidFill>
              </a:defRPr>
            </a:lvl1pPr>
            <a:lvl2pPr marL="457200" indent="0">
              <a:buFont typeface="Arial" panose="020B0604020202020204" pitchFamily="34" charset="0"/>
              <a:buNone/>
              <a:defRPr sz="2400"/>
            </a:lvl2pPr>
            <a:lvl3pPr marL="914400" indent="0">
              <a:buFont typeface="Arial" panose="020B0604020202020204" pitchFamily="34" charset="0"/>
              <a:buNone/>
              <a:defRPr sz="2000"/>
            </a:lvl3pPr>
            <a:lvl4pPr marL="1371600" indent="0">
              <a:buFont typeface="Arial" panose="020B0604020202020204" pitchFamily="34" charset="0"/>
              <a:buNone/>
              <a:defRPr sz="1800"/>
            </a:lvl4pPr>
            <a:lvl5pPr marL="1828800" indent="0">
              <a:buFont typeface="Arial" panose="020B0604020202020204" pitchFamily="34" charset="0"/>
              <a:buNone/>
              <a:defRPr sz="1800"/>
            </a:lvl5pPr>
            <a:lvl6pPr>
              <a:defRPr sz="1800"/>
            </a:lvl6pPr>
            <a:lvl7pPr>
              <a:defRPr sz="1800"/>
            </a:lvl7pPr>
            <a:lvl8pPr>
              <a:defRPr sz="1800"/>
            </a:lvl8pPr>
            <a:lvl9pPr>
              <a:defRPr sz="1800"/>
            </a:lvl9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2000" dirty="0">
                <a:latin typeface="Golos Text" panose="020B0503020202020204"/>
              </a:rPr>
              <a:t>Основной текст слайда, ключевая формулировка</a:t>
            </a:r>
          </a:p>
        </p:txBody>
      </p:sp>
    </p:spTree>
    <p:extLst>
      <p:ext uri="{BB962C8B-B14F-4D97-AF65-F5344CB8AC3E}">
        <p14:creationId xmlns:p14="http://schemas.microsoft.com/office/powerpoint/2010/main" val="4034559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8ABD215D-CFC7-1CAC-2144-1C4A51F1FEB9}"/>
              </a:ext>
            </a:extLst>
          </p:cNvPr>
          <p:cNvSpPr>
            <a:spLocks noGrp="1"/>
          </p:cNvSpPr>
          <p:nvPr>
            <p:ph type="body" sz="quarter" idx="11" hasCustomPrompt="1"/>
          </p:nvPr>
        </p:nvSpPr>
        <p:spPr>
          <a:xfrm>
            <a:off x="624113" y="1233715"/>
            <a:ext cx="7170057" cy="3410856"/>
          </a:xfrm>
        </p:spPr>
        <p:txBody>
          <a:bodyPr>
            <a:normAutofit/>
          </a:bodyPr>
          <a:lstStyle>
            <a:lvl1pPr marL="0" indent="0">
              <a:buFontTx/>
              <a:buNone/>
              <a:defRPr sz="1600" baseline="0"/>
            </a:lvl1pPr>
            <a:lvl2pPr marL="457200" indent="0">
              <a:buFontTx/>
              <a:buNone/>
              <a:defRPr sz="1600" baseline="0"/>
            </a:lvl2pPr>
            <a:lvl3pPr marL="914400" indent="0">
              <a:buFontTx/>
              <a:buNone/>
              <a:defRPr sz="1600" baseline="0"/>
            </a:lvl3pPr>
            <a:lvl4pPr marL="1371600" indent="0">
              <a:buFontTx/>
              <a:buNone/>
              <a:defRPr sz="1600" baseline="0"/>
            </a:lvl4pPr>
            <a:lvl5pPr>
              <a:buFontTx/>
              <a:buNone/>
              <a:defRPr sz="1600" baseline="0"/>
            </a:lvl5pPr>
          </a:lstStyle>
          <a:p>
            <a:r>
              <a:rPr lang="ru-RU" sz="1600" dirty="0">
                <a:latin typeface="Golos Text" panose="020B0503020202020204"/>
              </a:rPr>
              <a:t>Здесь при необходимости располагается основной текст слайда, ключевая формулировка.</a:t>
            </a:r>
          </a:p>
          <a:p>
            <a:endParaRPr lang="ru-RU" sz="1600" dirty="0">
              <a:latin typeface="Golos Text" panose="020B0503020202020204"/>
            </a:endParaRPr>
          </a:p>
          <a:p>
            <a:pPr marL="0" indent="0" algn="l">
              <a:buNone/>
            </a:pPr>
            <a:r>
              <a:rPr lang="ru-RU" sz="14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конец списка.</a:t>
            </a:r>
          </a:p>
        </p:txBody>
      </p:sp>
      <p:sp>
        <p:nvSpPr>
          <p:cNvPr id="2" name="Title 1">
            <a:extLst>
              <a:ext uri="{FF2B5EF4-FFF2-40B4-BE49-F238E27FC236}">
                <a16:creationId xmlns:a16="http://schemas.microsoft.com/office/drawing/2014/main" id="{7B8569F4-01AC-6221-63B9-0F06F87F2597}"/>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Tree>
    <p:extLst>
      <p:ext uri="{BB962C8B-B14F-4D97-AF65-F5344CB8AC3E}">
        <p14:creationId xmlns:p14="http://schemas.microsoft.com/office/powerpoint/2010/main" val="423741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Текст 7">
            <a:extLst>
              <a:ext uri="{FF2B5EF4-FFF2-40B4-BE49-F238E27FC236}">
                <a16:creationId xmlns:a16="http://schemas.microsoft.com/office/drawing/2014/main" id="{36D9692A-5DC0-3DF1-F516-70164F11C5AC}"/>
              </a:ext>
            </a:extLst>
          </p:cNvPr>
          <p:cNvSpPr>
            <a:spLocks noGrp="1"/>
          </p:cNvSpPr>
          <p:nvPr>
            <p:ph type="body" sz="quarter" idx="10" hasCustomPrompt="1"/>
          </p:nvPr>
        </p:nvSpPr>
        <p:spPr>
          <a:xfrm>
            <a:off x="507999" y="1792286"/>
            <a:ext cx="3635830" cy="1573671"/>
          </a:xfrm>
        </p:spPr>
        <p:txBody>
          <a:bodyPr>
            <a:normAutofit/>
          </a:bodyPr>
          <a:lstStyle>
            <a:lvl1pPr marL="0" indent="0">
              <a:buNone/>
              <a:defRPr sz="12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r>
              <a:rPr lang="ru-RU" sz="1200" dirty="0">
                <a:latin typeface="Golos Text" panose="020B0503020202020204"/>
              </a:rPr>
              <a:t>Здесь при необходимости располагается основной текст слайда, ключевая формулировка.</a:t>
            </a:r>
          </a:p>
        </p:txBody>
      </p:sp>
      <p:sp>
        <p:nvSpPr>
          <p:cNvPr id="16" name="Текст 13">
            <a:extLst>
              <a:ext uri="{FF2B5EF4-FFF2-40B4-BE49-F238E27FC236}">
                <a16:creationId xmlns:a16="http://schemas.microsoft.com/office/drawing/2014/main" id="{C2C41F40-A63A-48C4-01DC-A4A13BB7B83E}"/>
              </a:ext>
            </a:extLst>
          </p:cNvPr>
          <p:cNvSpPr>
            <a:spLocks noGrp="1"/>
          </p:cNvSpPr>
          <p:nvPr>
            <p:ph type="body" sz="quarter" idx="13" hasCustomPrompt="1"/>
          </p:nvPr>
        </p:nvSpPr>
        <p:spPr>
          <a:xfrm>
            <a:off x="507999" y="1182459"/>
            <a:ext cx="2960913" cy="595085"/>
          </a:xfrm>
        </p:spPr>
        <p:txBody>
          <a:bodyPr>
            <a:normAutofit/>
          </a:bodyPr>
          <a:lstStyle>
            <a:lvl1pPr marL="0" indent="0">
              <a:buNone/>
              <a:defRPr sz="1600" u="sng" baseline="0">
                <a:latin typeface="Golos Text DemiBold" panose="020B0703020202020204" pitchFamily="34" charset="-52"/>
              </a:defRPr>
            </a:lvl1pPr>
          </a:lstStyle>
          <a:p>
            <a:pPr lvl="0"/>
            <a:r>
              <a:rPr lang="ru-RU" dirty="0"/>
              <a:t>Подзаголовок</a:t>
            </a:r>
          </a:p>
        </p:txBody>
      </p:sp>
      <p:sp>
        <p:nvSpPr>
          <p:cNvPr id="2" name="Title 1">
            <a:extLst>
              <a:ext uri="{FF2B5EF4-FFF2-40B4-BE49-F238E27FC236}">
                <a16:creationId xmlns:a16="http://schemas.microsoft.com/office/drawing/2014/main" id="{63D5B27C-CA4C-7381-3F84-F0595A76CE45}"/>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
        <p:nvSpPr>
          <p:cNvPr id="3" name="Текст 7">
            <a:extLst>
              <a:ext uri="{FF2B5EF4-FFF2-40B4-BE49-F238E27FC236}">
                <a16:creationId xmlns:a16="http://schemas.microsoft.com/office/drawing/2014/main" id="{2AA24315-FE73-04A8-D530-E746EC0C202F}"/>
              </a:ext>
            </a:extLst>
          </p:cNvPr>
          <p:cNvSpPr>
            <a:spLocks noGrp="1"/>
          </p:cNvSpPr>
          <p:nvPr>
            <p:ph type="body" sz="quarter" idx="14" hasCustomPrompt="1"/>
          </p:nvPr>
        </p:nvSpPr>
        <p:spPr>
          <a:xfrm>
            <a:off x="5000171" y="3011486"/>
            <a:ext cx="3635830" cy="1573671"/>
          </a:xfrm>
        </p:spPr>
        <p:txBody>
          <a:bodyPr>
            <a:normAutofit/>
          </a:bodyPr>
          <a:lstStyle>
            <a:lvl1pPr marL="0" indent="0">
              <a:buNone/>
              <a:defRPr sz="12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1200" dirty="0">
                <a:latin typeface="Golos Text" panose="020B0503020202020204"/>
              </a:rPr>
              <a:t>Основной текст слайда, ключевая формулировка.</a:t>
            </a:r>
          </a:p>
          <a:p>
            <a:pPr marL="0" indent="0" algn="l">
              <a:buNone/>
            </a:pPr>
            <a:endParaRPr lang="en-US" sz="1200" b="1" i="0" dirty="0">
              <a:solidFill>
                <a:srgbClr val="2C2D2E"/>
              </a:solidFill>
              <a:effectLst/>
              <a:latin typeface="Golos Text" panose="020B0503020202020204"/>
            </a:endParaRPr>
          </a:p>
          <a:p>
            <a:pPr marL="0" indent="0" algn="l">
              <a:buNone/>
            </a:pPr>
            <a:r>
              <a:rPr lang="ru-RU" sz="12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200" b="0" i="0" dirty="0">
                <a:solidFill>
                  <a:srgbClr val="2C2D2E"/>
                </a:solidFill>
                <a:effectLst/>
                <a:latin typeface="Golos Text" panose="020B0503020202020204"/>
              </a:rPr>
              <a:t> список;</a:t>
            </a:r>
          </a:p>
          <a:p>
            <a:pPr algn="l">
              <a:buFont typeface="Arial" panose="020B0604020202020204" pitchFamily="34" charset="0"/>
              <a:buChar char="•"/>
            </a:pPr>
            <a:r>
              <a:rPr lang="ru-RU" sz="1200" b="0" i="0" dirty="0">
                <a:solidFill>
                  <a:srgbClr val="2C2D2E"/>
                </a:solidFill>
                <a:effectLst/>
                <a:latin typeface="Golos Text" panose="020B0503020202020204"/>
              </a:rPr>
              <a:t> список;</a:t>
            </a:r>
          </a:p>
          <a:p>
            <a:pPr algn="l">
              <a:buFont typeface="Arial" panose="020B0604020202020204" pitchFamily="34" charset="0"/>
              <a:buChar char="•"/>
            </a:pPr>
            <a:r>
              <a:rPr lang="ru-RU" sz="1200" b="0" i="0" dirty="0">
                <a:solidFill>
                  <a:srgbClr val="2C2D2E"/>
                </a:solidFill>
                <a:effectLst/>
                <a:latin typeface="Golos Text" panose="020B0503020202020204"/>
              </a:rPr>
              <a:t> конец списка.</a:t>
            </a:r>
          </a:p>
        </p:txBody>
      </p:sp>
      <p:sp>
        <p:nvSpPr>
          <p:cNvPr id="4" name="Текст 13">
            <a:extLst>
              <a:ext uri="{FF2B5EF4-FFF2-40B4-BE49-F238E27FC236}">
                <a16:creationId xmlns:a16="http://schemas.microsoft.com/office/drawing/2014/main" id="{69578C56-72EB-AE17-C6D4-CE1E8FBA306B}"/>
              </a:ext>
            </a:extLst>
          </p:cNvPr>
          <p:cNvSpPr>
            <a:spLocks noGrp="1"/>
          </p:cNvSpPr>
          <p:nvPr>
            <p:ph type="body" sz="quarter" idx="15" hasCustomPrompt="1"/>
          </p:nvPr>
        </p:nvSpPr>
        <p:spPr>
          <a:xfrm>
            <a:off x="5000171" y="2401659"/>
            <a:ext cx="2960913" cy="595085"/>
          </a:xfrm>
        </p:spPr>
        <p:txBody>
          <a:bodyPr>
            <a:normAutofit/>
          </a:bodyPr>
          <a:lstStyle>
            <a:lvl1pPr marL="0" indent="0">
              <a:buNone/>
              <a:defRPr sz="1600" u="sng" baseline="0">
                <a:latin typeface="Golos Text DemiBold" panose="020B0703020202020204" pitchFamily="34" charset="-52"/>
              </a:defRPr>
            </a:lvl1pPr>
          </a:lstStyle>
          <a:p>
            <a:pPr lvl="0"/>
            <a:r>
              <a:rPr lang="ru-RU" dirty="0"/>
              <a:t>Подзаголовок</a:t>
            </a:r>
          </a:p>
        </p:txBody>
      </p:sp>
    </p:spTree>
    <p:extLst>
      <p:ext uri="{BB962C8B-B14F-4D97-AF65-F5344CB8AC3E}">
        <p14:creationId xmlns:p14="http://schemas.microsoft.com/office/powerpoint/2010/main" val="3018934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AE2ED3E-3221-72A5-8340-4E08819C8F2A}"/>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
        <p:nvSpPr>
          <p:cNvPr id="4" name="Рисунок 2">
            <a:extLst>
              <a:ext uri="{FF2B5EF4-FFF2-40B4-BE49-F238E27FC236}">
                <a16:creationId xmlns:a16="http://schemas.microsoft.com/office/drawing/2014/main" id="{19B43694-08A8-116E-FA12-468591D136C9}"/>
              </a:ext>
            </a:extLst>
          </p:cNvPr>
          <p:cNvSpPr>
            <a:spLocks noGrp="1"/>
          </p:cNvSpPr>
          <p:nvPr>
            <p:ph type="pic" sz="quarter" idx="10"/>
          </p:nvPr>
        </p:nvSpPr>
        <p:spPr>
          <a:xfrm>
            <a:off x="457200" y="936852"/>
            <a:ext cx="4608513" cy="3842155"/>
          </a:xfrm>
          <a:prstGeom prst="roundRect">
            <a:avLst>
              <a:gd name="adj" fmla="val 7952"/>
            </a:avLst>
          </a:prstGeom>
        </p:spPr>
        <p:txBody>
          <a:bodyPr/>
          <a:lstStyle/>
          <a:p>
            <a:endParaRPr lang="ru-RU"/>
          </a:p>
        </p:txBody>
      </p:sp>
      <p:sp>
        <p:nvSpPr>
          <p:cNvPr id="5" name="Текст 6">
            <a:extLst>
              <a:ext uri="{FF2B5EF4-FFF2-40B4-BE49-F238E27FC236}">
                <a16:creationId xmlns:a16="http://schemas.microsoft.com/office/drawing/2014/main" id="{E75CB8B0-7394-87DF-B065-6F242AB2D01F}"/>
              </a:ext>
            </a:extLst>
          </p:cNvPr>
          <p:cNvSpPr>
            <a:spLocks noGrp="1"/>
          </p:cNvSpPr>
          <p:nvPr>
            <p:ph type="body" sz="quarter" idx="11" hasCustomPrompt="1"/>
          </p:nvPr>
        </p:nvSpPr>
        <p:spPr>
          <a:xfrm>
            <a:off x="5508171" y="1153886"/>
            <a:ext cx="2532743" cy="3425371"/>
          </a:xfrm>
        </p:spPr>
        <p:txBody>
          <a:bodyPr>
            <a:normAutofit/>
          </a:bodyPr>
          <a:lstStyle>
            <a:lvl1pPr marL="0" indent="0">
              <a:buNone/>
              <a:defRPr sz="1400" baseline="0"/>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1400" dirty="0">
                <a:latin typeface="Golos Text" panose="020B0503020202020204"/>
              </a:rPr>
              <a:t>Основной текст слайда, ключевая формулировка.</a:t>
            </a:r>
          </a:p>
          <a:p>
            <a:pPr marL="0" indent="0" algn="l">
              <a:buNone/>
            </a:pPr>
            <a:endParaRPr lang="en-US" sz="1400" b="1" i="0" dirty="0">
              <a:solidFill>
                <a:srgbClr val="2C2D2E"/>
              </a:solidFill>
              <a:effectLst/>
              <a:latin typeface="Golos Text" panose="020B0503020202020204"/>
            </a:endParaRPr>
          </a:p>
          <a:p>
            <a:pPr marL="0" indent="0" algn="l">
              <a:buNone/>
            </a:pPr>
            <a:r>
              <a:rPr lang="ru-RU" sz="14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конец списка.</a:t>
            </a:r>
          </a:p>
        </p:txBody>
      </p:sp>
    </p:spTree>
    <p:extLst>
      <p:ext uri="{BB962C8B-B14F-4D97-AF65-F5344CB8AC3E}">
        <p14:creationId xmlns:p14="http://schemas.microsoft.com/office/powerpoint/2010/main" val="1993366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E98E654-ABDC-7E78-775E-43A2D6214CBA}"/>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
        <p:nvSpPr>
          <p:cNvPr id="4" name="Content Placeholder 2">
            <a:extLst>
              <a:ext uri="{FF2B5EF4-FFF2-40B4-BE49-F238E27FC236}">
                <a16:creationId xmlns:a16="http://schemas.microsoft.com/office/drawing/2014/main" id="{85D71CC7-EEA6-E9D0-68AD-36562CCF6071}"/>
              </a:ext>
            </a:extLst>
          </p:cNvPr>
          <p:cNvSpPr>
            <a:spLocks noGrp="1"/>
          </p:cNvSpPr>
          <p:nvPr>
            <p:ph sz="half" idx="1" hasCustomPrompt="1"/>
          </p:nvPr>
        </p:nvSpPr>
        <p:spPr>
          <a:xfrm>
            <a:off x="457199" y="1040162"/>
            <a:ext cx="8389257" cy="3735038"/>
          </a:xfrm>
        </p:spPr>
        <p:txBody>
          <a:bodyPr>
            <a:normAutofit/>
          </a:bodyPr>
          <a:lstStyle>
            <a:lvl1pPr marL="0" indent="0">
              <a:buFont typeface="Arial" panose="020B0604020202020204" pitchFamily="34" charset="0"/>
              <a:buNone/>
              <a:defRPr sz="1800" b="0" baseline="0">
                <a:solidFill>
                  <a:schemeClr val="bg1"/>
                </a:solidFill>
              </a:defRPr>
            </a:lvl1pPr>
            <a:lvl2pPr marL="457200" indent="0">
              <a:buFont typeface="Arial" panose="020B0604020202020204" pitchFamily="34" charset="0"/>
              <a:buNone/>
              <a:defRPr sz="2400"/>
            </a:lvl2pPr>
            <a:lvl3pPr marL="914400" indent="0">
              <a:buFont typeface="Arial" panose="020B0604020202020204" pitchFamily="34" charset="0"/>
              <a:buNone/>
              <a:defRPr sz="2000"/>
            </a:lvl3pPr>
            <a:lvl4pPr marL="1371600" indent="0">
              <a:buFont typeface="Arial" panose="020B0604020202020204" pitchFamily="34" charset="0"/>
              <a:buNone/>
              <a:defRPr sz="1800"/>
            </a:lvl4pPr>
            <a:lvl5pPr marL="1828800" indent="0">
              <a:buFont typeface="Arial" panose="020B0604020202020204" pitchFamily="34" charset="0"/>
              <a:buNone/>
              <a:defRPr sz="1800"/>
            </a:lvl5pPr>
            <a:lvl6pPr>
              <a:defRPr sz="1800"/>
            </a:lvl6pPr>
            <a:lvl7pPr>
              <a:defRPr sz="1800"/>
            </a:lvl7pPr>
            <a:lvl8pPr>
              <a:defRPr sz="1800"/>
            </a:lvl8pPr>
            <a:lvl9pPr>
              <a:defRPr sz="1800"/>
            </a:lvl9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2000" dirty="0">
                <a:latin typeface="Golos Text" panose="020B0503020202020204"/>
              </a:rPr>
              <a:t>Основной текст слайда, ключевая формулировка</a:t>
            </a:r>
          </a:p>
        </p:txBody>
      </p:sp>
    </p:spTree>
    <p:extLst>
      <p:ext uri="{BB962C8B-B14F-4D97-AF65-F5344CB8AC3E}">
        <p14:creationId xmlns:p14="http://schemas.microsoft.com/office/powerpoint/2010/main" val="2540818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Текст 4">
            <a:extLst>
              <a:ext uri="{FF2B5EF4-FFF2-40B4-BE49-F238E27FC236}">
                <a16:creationId xmlns:a16="http://schemas.microsoft.com/office/drawing/2014/main" id="{8ABD215D-CFC7-1CAC-2144-1C4A51F1FEB9}"/>
              </a:ext>
            </a:extLst>
          </p:cNvPr>
          <p:cNvSpPr>
            <a:spLocks noGrp="1"/>
          </p:cNvSpPr>
          <p:nvPr>
            <p:ph type="body" sz="quarter" idx="11" hasCustomPrompt="1"/>
          </p:nvPr>
        </p:nvSpPr>
        <p:spPr>
          <a:xfrm>
            <a:off x="624113" y="1233715"/>
            <a:ext cx="7170057" cy="3410856"/>
          </a:xfrm>
        </p:spPr>
        <p:txBody>
          <a:bodyPr>
            <a:normAutofit/>
          </a:bodyPr>
          <a:lstStyle>
            <a:lvl1pPr marL="0" indent="0">
              <a:buFontTx/>
              <a:buNone/>
              <a:defRPr sz="1600" baseline="0"/>
            </a:lvl1pPr>
            <a:lvl2pPr marL="457200" indent="0">
              <a:buFontTx/>
              <a:buNone/>
              <a:defRPr sz="1600" baseline="0"/>
            </a:lvl2pPr>
            <a:lvl3pPr marL="914400" indent="0">
              <a:buFontTx/>
              <a:buNone/>
              <a:defRPr sz="1600" baseline="0"/>
            </a:lvl3pPr>
            <a:lvl4pPr marL="1371600" indent="0">
              <a:buFontTx/>
              <a:buNone/>
              <a:defRPr sz="1600" baseline="0"/>
            </a:lvl4pPr>
            <a:lvl5pPr>
              <a:buFontTx/>
              <a:buNone/>
              <a:defRPr sz="1600" baseline="0"/>
            </a:lvl5pPr>
          </a:lstStyle>
          <a:p>
            <a:r>
              <a:rPr lang="ru-RU" sz="1600" dirty="0">
                <a:latin typeface="Golos Text" panose="020B0503020202020204"/>
              </a:rPr>
              <a:t>Здесь при необходимости располагается основной текст слайда, ключевая формулировка.</a:t>
            </a:r>
          </a:p>
          <a:p>
            <a:endParaRPr lang="ru-RU" sz="1600" dirty="0">
              <a:latin typeface="Golos Text" panose="020B0503020202020204"/>
            </a:endParaRPr>
          </a:p>
          <a:p>
            <a:pPr marL="0" indent="0" algn="l">
              <a:buNone/>
            </a:pPr>
            <a:r>
              <a:rPr lang="ru-RU" sz="14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конец списка.</a:t>
            </a:r>
          </a:p>
        </p:txBody>
      </p:sp>
      <p:sp>
        <p:nvSpPr>
          <p:cNvPr id="2" name="Title 1">
            <a:extLst>
              <a:ext uri="{FF2B5EF4-FFF2-40B4-BE49-F238E27FC236}">
                <a16:creationId xmlns:a16="http://schemas.microsoft.com/office/drawing/2014/main" id="{7B8569F4-01AC-6221-63B9-0F06F87F2597}"/>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Tree>
    <p:extLst>
      <p:ext uri="{BB962C8B-B14F-4D97-AF65-F5344CB8AC3E}">
        <p14:creationId xmlns:p14="http://schemas.microsoft.com/office/powerpoint/2010/main" val="3103360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Текст 7">
            <a:extLst>
              <a:ext uri="{FF2B5EF4-FFF2-40B4-BE49-F238E27FC236}">
                <a16:creationId xmlns:a16="http://schemas.microsoft.com/office/drawing/2014/main" id="{3706F3BB-2486-D68F-6966-44BBD62CEC68}"/>
              </a:ext>
            </a:extLst>
          </p:cNvPr>
          <p:cNvSpPr>
            <a:spLocks noGrp="1"/>
          </p:cNvSpPr>
          <p:nvPr>
            <p:ph type="body" sz="quarter" idx="10" hasCustomPrompt="1"/>
          </p:nvPr>
        </p:nvSpPr>
        <p:spPr>
          <a:xfrm>
            <a:off x="507999" y="1792286"/>
            <a:ext cx="3635830" cy="1573671"/>
          </a:xfrm>
        </p:spPr>
        <p:txBody>
          <a:bodyPr>
            <a:normAutofit/>
          </a:bodyPr>
          <a:lstStyle>
            <a:lvl1pPr marL="0" indent="0">
              <a:buNone/>
              <a:defRPr sz="12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r>
              <a:rPr lang="ru-RU" sz="1200" dirty="0">
                <a:latin typeface="Golos Text" panose="020B0503020202020204"/>
              </a:rPr>
              <a:t>Здесь при необходимости располагается основной текст слайда, ключевая формулировка.</a:t>
            </a:r>
          </a:p>
        </p:txBody>
      </p:sp>
      <p:sp>
        <p:nvSpPr>
          <p:cNvPr id="4" name="Текст 13">
            <a:extLst>
              <a:ext uri="{FF2B5EF4-FFF2-40B4-BE49-F238E27FC236}">
                <a16:creationId xmlns:a16="http://schemas.microsoft.com/office/drawing/2014/main" id="{49722966-1EC6-6348-3A3A-25A27C8E506C}"/>
              </a:ext>
            </a:extLst>
          </p:cNvPr>
          <p:cNvSpPr>
            <a:spLocks noGrp="1"/>
          </p:cNvSpPr>
          <p:nvPr>
            <p:ph type="body" sz="quarter" idx="13" hasCustomPrompt="1"/>
          </p:nvPr>
        </p:nvSpPr>
        <p:spPr>
          <a:xfrm>
            <a:off x="507999" y="1182459"/>
            <a:ext cx="2960913" cy="595085"/>
          </a:xfrm>
        </p:spPr>
        <p:txBody>
          <a:bodyPr>
            <a:normAutofit/>
          </a:bodyPr>
          <a:lstStyle>
            <a:lvl1pPr marL="0" indent="0">
              <a:buNone/>
              <a:defRPr sz="1600" u="sng" baseline="0">
                <a:latin typeface="Golos Text DemiBold" panose="020B0703020202020204" pitchFamily="34" charset="-52"/>
              </a:defRPr>
            </a:lvl1pPr>
          </a:lstStyle>
          <a:p>
            <a:pPr lvl="0"/>
            <a:r>
              <a:rPr lang="ru-RU" dirty="0"/>
              <a:t>Подзаголовок</a:t>
            </a:r>
          </a:p>
        </p:txBody>
      </p:sp>
      <p:sp>
        <p:nvSpPr>
          <p:cNvPr id="5" name="Текст 7">
            <a:extLst>
              <a:ext uri="{FF2B5EF4-FFF2-40B4-BE49-F238E27FC236}">
                <a16:creationId xmlns:a16="http://schemas.microsoft.com/office/drawing/2014/main" id="{D2BFFE86-F97D-E925-927B-0F6BBD2D6EE0}"/>
              </a:ext>
            </a:extLst>
          </p:cNvPr>
          <p:cNvSpPr>
            <a:spLocks noGrp="1"/>
          </p:cNvSpPr>
          <p:nvPr>
            <p:ph type="body" sz="quarter" idx="14" hasCustomPrompt="1"/>
          </p:nvPr>
        </p:nvSpPr>
        <p:spPr>
          <a:xfrm>
            <a:off x="5000171" y="3011486"/>
            <a:ext cx="3635830" cy="1573671"/>
          </a:xfrm>
        </p:spPr>
        <p:txBody>
          <a:bodyPr>
            <a:normAutofit/>
          </a:bodyPr>
          <a:lstStyle>
            <a:lvl1pPr marL="0" indent="0">
              <a:buNone/>
              <a:defRPr sz="12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1200" dirty="0">
                <a:latin typeface="Golos Text" panose="020B0503020202020204"/>
              </a:rPr>
              <a:t>Основной текст слайда, ключевая формулировка.</a:t>
            </a:r>
          </a:p>
          <a:p>
            <a:pPr marL="0" indent="0" algn="l">
              <a:buNone/>
            </a:pPr>
            <a:endParaRPr lang="en-US" sz="1200" b="1" i="0" dirty="0">
              <a:solidFill>
                <a:srgbClr val="2C2D2E"/>
              </a:solidFill>
              <a:effectLst/>
              <a:latin typeface="Golos Text" panose="020B0503020202020204"/>
            </a:endParaRPr>
          </a:p>
          <a:p>
            <a:pPr marL="0" indent="0" algn="l">
              <a:buNone/>
            </a:pPr>
            <a:r>
              <a:rPr lang="ru-RU" sz="12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200" b="0" i="0" dirty="0">
                <a:solidFill>
                  <a:srgbClr val="2C2D2E"/>
                </a:solidFill>
                <a:effectLst/>
                <a:latin typeface="Golos Text" panose="020B0503020202020204"/>
              </a:rPr>
              <a:t> список;</a:t>
            </a:r>
          </a:p>
          <a:p>
            <a:pPr algn="l">
              <a:buFont typeface="Arial" panose="020B0604020202020204" pitchFamily="34" charset="0"/>
              <a:buChar char="•"/>
            </a:pPr>
            <a:r>
              <a:rPr lang="ru-RU" sz="1200" b="0" i="0" dirty="0">
                <a:solidFill>
                  <a:srgbClr val="2C2D2E"/>
                </a:solidFill>
                <a:effectLst/>
                <a:latin typeface="Golos Text" panose="020B0503020202020204"/>
              </a:rPr>
              <a:t> список;</a:t>
            </a:r>
          </a:p>
          <a:p>
            <a:pPr algn="l">
              <a:buFont typeface="Arial" panose="020B0604020202020204" pitchFamily="34" charset="0"/>
              <a:buChar char="•"/>
            </a:pPr>
            <a:r>
              <a:rPr lang="ru-RU" sz="1200" b="0" i="0" dirty="0">
                <a:solidFill>
                  <a:srgbClr val="2C2D2E"/>
                </a:solidFill>
                <a:effectLst/>
                <a:latin typeface="Golos Text" panose="020B0503020202020204"/>
              </a:rPr>
              <a:t> конец списка.</a:t>
            </a:r>
          </a:p>
        </p:txBody>
      </p:sp>
      <p:sp>
        <p:nvSpPr>
          <p:cNvPr id="6" name="Текст 13">
            <a:extLst>
              <a:ext uri="{FF2B5EF4-FFF2-40B4-BE49-F238E27FC236}">
                <a16:creationId xmlns:a16="http://schemas.microsoft.com/office/drawing/2014/main" id="{ADAF316B-52C6-704E-CB38-0E76498CD5E9}"/>
              </a:ext>
            </a:extLst>
          </p:cNvPr>
          <p:cNvSpPr>
            <a:spLocks noGrp="1"/>
          </p:cNvSpPr>
          <p:nvPr>
            <p:ph type="body" sz="quarter" idx="15" hasCustomPrompt="1"/>
          </p:nvPr>
        </p:nvSpPr>
        <p:spPr>
          <a:xfrm>
            <a:off x="5000171" y="2401659"/>
            <a:ext cx="2960913" cy="595085"/>
          </a:xfrm>
        </p:spPr>
        <p:txBody>
          <a:bodyPr>
            <a:normAutofit/>
          </a:bodyPr>
          <a:lstStyle>
            <a:lvl1pPr marL="0" indent="0">
              <a:buNone/>
              <a:defRPr sz="1600" u="sng" baseline="0">
                <a:latin typeface="Golos Text DemiBold" panose="020B0703020202020204" pitchFamily="34" charset="-52"/>
              </a:defRPr>
            </a:lvl1pPr>
          </a:lstStyle>
          <a:p>
            <a:pPr lvl="0"/>
            <a:r>
              <a:rPr lang="ru-RU" dirty="0"/>
              <a:t>Подзаголовок</a:t>
            </a:r>
          </a:p>
        </p:txBody>
      </p:sp>
      <p:sp>
        <p:nvSpPr>
          <p:cNvPr id="7" name="Title 1">
            <a:extLst>
              <a:ext uri="{FF2B5EF4-FFF2-40B4-BE49-F238E27FC236}">
                <a16:creationId xmlns:a16="http://schemas.microsoft.com/office/drawing/2014/main" id="{5D888714-60F8-FF59-CB87-38F52214F9FA}"/>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Tree>
    <p:extLst>
      <p:ext uri="{BB962C8B-B14F-4D97-AF65-F5344CB8AC3E}">
        <p14:creationId xmlns:p14="http://schemas.microsoft.com/office/powerpoint/2010/main" val="9082600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8C44632-7642-B672-30DB-BEE8EBC23CE3}"/>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
        <p:nvSpPr>
          <p:cNvPr id="4" name="Рисунок 2">
            <a:extLst>
              <a:ext uri="{FF2B5EF4-FFF2-40B4-BE49-F238E27FC236}">
                <a16:creationId xmlns:a16="http://schemas.microsoft.com/office/drawing/2014/main" id="{AF7BB137-1C7F-56D5-5D41-70ED6DEA4C56}"/>
              </a:ext>
            </a:extLst>
          </p:cNvPr>
          <p:cNvSpPr>
            <a:spLocks noGrp="1"/>
          </p:cNvSpPr>
          <p:nvPr>
            <p:ph type="pic" sz="quarter" idx="10"/>
          </p:nvPr>
        </p:nvSpPr>
        <p:spPr>
          <a:xfrm>
            <a:off x="457200" y="936852"/>
            <a:ext cx="4608513" cy="3842155"/>
          </a:xfrm>
          <a:prstGeom prst="roundRect">
            <a:avLst>
              <a:gd name="adj" fmla="val 8957"/>
            </a:avLst>
          </a:prstGeom>
        </p:spPr>
        <p:txBody>
          <a:bodyPr/>
          <a:lstStyle/>
          <a:p>
            <a:endParaRPr lang="ru-RU"/>
          </a:p>
        </p:txBody>
      </p:sp>
      <p:sp>
        <p:nvSpPr>
          <p:cNvPr id="5" name="Текст 6">
            <a:extLst>
              <a:ext uri="{FF2B5EF4-FFF2-40B4-BE49-F238E27FC236}">
                <a16:creationId xmlns:a16="http://schemas.microsoft.com/office/drawing/2014/main" id="{D9C7E817-A2F7-D228-2EB2-8CC271063595}"/>
              </a:ext>
            </a:extLst>
          </p:cNvPr>
          <p:cNvSpPr>
            <a:spLocks noGrp="1"/>
          </p:cNvSpPr>
          <p:nvPr>
            <p:ph type="body" sz="quarter" idx="11" hasCustomPrompt="1"/>
          </p:nvPr>
        </p:nvSpPr>
        <p:spPr>
          <a:xfrm>
            <a:off x="5508171" y="1153886"/>
            <a:ext cx="2532743" cy="3425371"/>
          </a:xfrm>
        </p:spPr>
        <p:txBody>
          <a:bodyPr>
            <a:normAutofit/>
          </a:bodyPr>
          <a:lstStyle>
            <a:lvl1pPr marL="0" indent="0">
              <a:buNone/>
              <a:defRPr sz="1400" baseline="0"/>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1400" dirty="0">
                <a:latin typeface="Golos Text" panose="020B0503020202020204"/>
              </a:rPr>
              <a:t>Основной текст слайда, ключевая формулировка.</a:t>
            </a:r>
          </a:p>
          <a:p>
            <a:pPr marL="0" indent="0" algn="l">
              <a:buNone/>
            </a:pPr>
            <a:endParaRPr lang="en-US" sz="1400" b="1" i="0" dirty="0">
              <a:solidFill>
                <a:srgbClr val="2C2D2E"/>
              </a:solidFill>
              <a:effectLst/>
              <a:latin typeface="Golos Text" panose="020B0503020202020204"/>
            </a:endParaRPr>
          </a:p>
          <a:p>
            <a:pPr marL="0" indent="0" algn="l">
              <a:buNone/>
            </a:pPr>
            <a:r>
              <a:rPr lang="ru-RU" sz="14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конец списка.</a:t>
            </a:r>
          </a:p>
        </p:txBody>
      </p:sp>
    </p:spTree>
    <p:extLst>
      <p:ext uri="{BB962C8B-B14F-4D97-AF65-F5344CB8AC3E}">
        <p14:creationId xmlns:p14="http://schemas.microsoft.com/office/powerpoint/2010/main" val="2927035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1F5CFB9-FFF2-E218-2283-FA3AC247B899}"/>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
        <p:nvSpPr>
          <p:cNvPr id="4" name="Content Placeholder 2">
            <a:extLst>
              <a:ext uri="{FF2B5EF4-FFF2-40B4-BE49-F238E27FC236}">
                <a16:creationId xmlns:a16="http://schemas.microsoft.com/office/drawing/2014/main" id="{91CCADC5-135D-DC69-A40F-E7939EE42C8E}"/>
              </a:ext>
            </a:extLst>
          </p:cNvPr>
          <p:cNvSpPr>
            <a:spLocks noGrp="1"/>
          </p:cNvSpPr>
          <p:nvPr>
            <p:ph sz="half" idx="1" hasCustomPrompt="1"/>
          </p:nvPr>
        </p:nvSpPr>
        <p:spPr>
          <a:xfrm>
            <a:off x="457199" y="1040162"/>
            <a:ext cx="8389257" cy="3735038"/>
          </a:xfrm>
        </p:spPr>
        <p:txBody>
          <a:bodyPr>
            <a:normAutofit/>
          </a:bodyPr>
          <a:lstStyle>
            <a:lvl1pPr marL="0" indent="0">
              <a:buFont typeface="Arial" panose="020B0604020202020204" pitchFamily="34" charset="0"/>
              <a:buNone/>
              <a:defRPr sz="1800" b="0" baseline="0">
                <a:solidFill>
                  <a:schemeClr val="bg1"/>
                </a:solidFill>
              </a:defRPr>
            </a:lvl1pPr>
            <a:lvl2pPr marL="457200" indent="0">
              <a:buFont typeface="Arial" panose="020B0604020202020204" pitchFamily="34" charset="0"/>
              <a:buNone/>
              <a:defRPr sz="2400"/>
            </a:lvl2pPr>
            <a:lvl3pPr marL="914400" indent="0">
              <a:buFont typeface="Arial" panose="020B0604020202020204" pitchFamily="34" charset="0"/>
              <a:buNone/>
              <a:defRPr sz="2000"/>
            </a:lvl3pPr>
            <a:lvl4pPr marL="1371600" indent="0">
              <a:buFont typeface="Arial" panose="020B0604020202020204" pitchFamily="34" charset="0"/>
              <a:buNone/>
              <a:defRPr sz="1800"/>
            </a:lvl4pPr>
            <a:lvl5pPr marL="1828800" indent="0">
              <a:buFont typeface="Arial" panose="020B0604020202020204" pitchFamily="34" charset="0"/>
              <a:buNone/>
              <a:defRPr sz="1800"/>
            </a:lvl5pPr>
            <a:lvl6pPr>
              <a:defRPr sz="1800"/>
            </a:lvl6pPr>
            <a:lvl7pPr>
              <a:defRPr sz="1800"/>
            </a:lvl7pPr>
            <a:lvl8pPr>
              <a:defRPr sz="1800"/>
            </a:lvl8pPr>
            <a:lvl9pPr>
              <a:defRPr sz="1800"/>
            </a:lvl9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2000" dirty="0">
                <a:latin typeface="Golos Text" panose="020B0503020202020204"/>
              </a:rPr>
              <a:t>Основной текст слайда, ключевая формулировка</a:t>
            </a:r>
          </a:p>
        </p:txBody>
      </p:sp>
    </p:spTree>
    <p:extLst>
      <p:ext uri="{BB962C8B-B14F-4D97-AF65-F5344CB8AC3E}">
        <p14:creationId xmlns:p14="http://schemas.microsoft.com/office/powerpoint/2010/main" val="3110273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Финал">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Текст 4">
            <a:extLst>
              <a:ext uri="{FF2B5EF4-FFF2-40B4-BE49-F238E27FC236}">
                <a16:creationId xmlns:a16="http://schemas.microsoft.com/office/drawing/2014/main" id="{164235EB-093A-2BDE-8127-460B61C5B696}"/>
              </a:ext>
            </a:extLst>
          </p:cNvPr>
          <p:cNvSpPr>
            <a:spLocks noGrp="1"/>
          </p:cNvSpPr>
          <p:nvPr>
            <p:ph type="body" sz="quarter" idx="11" hasCustomPrompt="1"/>
          </p:nvPr>
        </p:nvSpPr>
        <p:spPr>
          <a:xfrm>
            <a:off x="624113" y="1233715"/>
            <a:ext cx="7170057" cy="3410856"/>
          </a:xfrm>
        </p:spPr>
        <p:txBody>
          <a:bodyPr>
            <a:normAutofit/>
          </a:bodyPr>
          <a:lstStyle>
            <a:lvl1pPr marL="0" indent="0">
              <a:buFont typeface="Arial" panose="020B0604020202020204" pitchFamily="34" charset="0"/>
              <a:buNone/>
              <a:defRPr sz="1600" baseline="0"/>
            </a:lvl1pPr>
            <a:lvl2pPr marL="457200" indent="0">
              <a:buFontTx/>
              <a:buNone/>
              <a:defRPr sz="1600" baseline="0"/>
            </a:lvl2pPr>
            <a:lvl3pPr marL="914400" indent="0">
              <a:buFontTx/>
              <a:buNone/>
              <a:defRPr sz="1600" baseline="0"/>
            </a:lvl3pPr>
            <a:lvl4pPr marL="1371600" indent="0">
              <a:buFontTx/>
              <a:buNone/>
              <a:defRPr sz="1600" baseline="0"/>
            </a:lvl4pPr>
            <a:lvl5pPr>
              <a:buFontTx/>
              <a:buNone/>
              <a:defRPr sz="1600" baseline="0"/>
            </a:lvl5pPr>
          </a:lstStyle>
          <a:p>
            <a:r>
              <a:rPr lang="ru-RU" sz="1600" dirty="0">
                <a:latin typeface="Golos Text" panose="020B0503020202020204"/>
              </a:rPr>
              <a:t>Здесь при необходимости располагается основной текст слайда, ключевая формулировка</a:t>
            </a:r>
          </a:p>
          <a:p>
            <a:endParaRPr lang="ru-RU" sz="1600" dirty="0">
              <a:latin typeface="Golos Text" panose="020B0503020202020204"/>
            </a:endParaRPr>
          </a:p>
          <a:p>
            <a:pPr marL="0" indent="0" algn="l">
              <a:buNone/>
            </a:pPr>
            <a:r>
              <a:rPr lang="ru-RU" sz="16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600" b="0" i="0" dirty="0">
                <a:solidFill>
                  <a:srgbClr val="2C2D2E"/>
                </a:solidFill>
                <a:effectLst/>
                <a:latin typeface="Golos Text" panose="020B0503020202020204"/>
              </a:rPr>
              <a:t>список;</a:t>
            </a:r>
          </a:p>
          <a:p>
            <a:pPr algn="l">
              <a:buFont typeface="Arial" panose="020B0604020202020204" pitchFamily="34" charset="0"/>
              <a:buChar char="•"/>
            </a:pPr>
            <a:r>
              <a:rPr lang="ru-RU" sz="1600" b="0" i="0" dirty="0">
                <a:solidFill>
                  <a:srgbClr val="2C2D2E"/>
                </a:solidFill>
                <a:effectLst/>
                <a:latin typeface="Golos Text" panose="020B0503020202020204"/>
              </a:rPr>
              <a:t>список;</a:t>
            </a:r>
          </a:p>
          <a:p>
            <a:pPr algn="l">
              <a:buFont typeface="Arial" panose="020B0604020202020204" pitchFamily="34" charset="0"/>
              <a:buChar char="•"/>
            </a:pPr>
            <a:r>
              <a:rPr lang="ru-RU" sz="1600" b="0" i="0" dirty="0">
                <a:solidFill>
                  <a:srgbClr val="2C2D2E"/>
                </a:solidFill>
                <a:effectLst/>
                <a:latin typeface="Golos Text" panose="020B0503020202020204"/>
              </a:rPr>
              <a:t>конец списка.</a:t>
            </a:r>
          </a:p>
          <a:p>
            <a:pPr lvl="0"/>
            <a:endParaRPr lang="ru-RU" dirty="0"/>
          </a:p>
          <a:p>
            <a:pPr lvl="0"/>
            <a:endParaRPr lang="ru-RU" dirty="0"/>
          </a:p>
        </p:txBody>
      </p:sp>
      <p:sp>
        <p:nvSpPr>
          <p:cNvPr id="3" name="Title 1">
            <a:extLst>
              <a:ext uri="{FF2B5EF4-FFF2-40B4-BE49-F238E27FC236}">
                <a16:creationId xmlns:a16="http://schemas.microsoft.com/office/drawing/2014/main" id="{FFD6E8F6-2854-A3A1-FCCA-4BC7B8C564E1}"/>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Tree>
    <p:extLst>
      <p:ext uri="{BB962C8B-B14F-4D97-AF65-F5344CB8AC3E}">
        <p14:creationId xmlns:p14="http://schemas.microsoft.com/office/powerpoint/2010/main" val="20384405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5FAEC5-3811-8889-0016-6EA3B2AC4125}"/>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
        <p:nvSpPr>
          <p:cNvPr id="4" name="Текст 7">
            <a:extLst>
              <a:ext uri="{FF2B5EF4-FFF2-40B4-BE49-F238E27FC236}">
                <a16:creationId xmlns:a16="http://schemas.microsoft.com/office/drawing/2014/main" id="{CAC739FE-CC7A-A005-60BE-713B90BFE7B8}"/>
              </a:ext>
            </a:extLst>
          </p:cNvPr>
          <p:cNvSpPr>
            <a:spLocks noGrp="1"/>
          </p:cNvSpPr>
          <p:nvPr>
            <p:ph type="body" sz="quarter" idx="10" hasCustomPrompt="1"/>
          </p:nvPr>
        </p:nvSpPr>
        <p:spPr>
          <a:xfrm>
            <a:off x="507999" y="1792286"/>
            <a:ext cx="3635830" cy="1573671"/>
          </a:xfrm>
        </p:spPr>
        <p:txBody>
          <a:bodyPr>
            <a:normAutofit/>
          </a:bodyPr>
          <a:lstStyle>
            <a:lvl1pPr marL="0" indent="0">
              <a:buNone/>
              <a:defRPr sz="12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r>
              <a:rPr lang="ru-RU" sz="1200" dirty="0">
                <a:latin typeface="Golos Text" panose="020B0503020202020204"/>
              </a:rPr>
              <a:t>Здесь при необходимости располагается основной текст слайда, ключевая формулировка.</a:t>
            </a:r>
          </a:p>
        </p:txBody>
      </p:sp>
      <p:sp>
        <p:nvSpPr>
          <p:cNvPr id="5" name="Текст 13">
            <a:extLst>
              <a:ext uri="{FF2B5EF4-FFF2-40B4-BE49-F238E27FC236}">
                <a16:creationId xmlns:a16="http://schemas.microsoft.com/office/drawing/2014/main" id="{0280BF47-780B-2175-23F6-FDC24D601FFF}"/>
              </a:ext>
            </a:extLst>
          </p:cNvPr>
          <p:cNvSpPr>
            <a:spLocks noGrp="1"/>
          </p:cNvSpPr>
          <p:nvPr>
            <p:ph type="body" sz="quarter" idx="13" hasCustomPrompt="1"/>
          </p:nvPr>
        </p:nvSpPr>
        <p:spPr>
          <a:xfrm>
            <a:off x="507999" y="1182459"/>
            <a:ext cx="2960913" cy="595085"/>
          </a:xfrm>
        </p:spPr>
        <p:txBody>
          <a:bodyPr>
            <a:normAutofit/>
          </a:bodyPr>
          <a:lstStyle>
            <a:lvl1pPr marL="0" indent="0">
              <a:buNone/>
              <a:defRPr sz="1600" u="sng" baseline="0">
                <a:latin typeface="Golos Text DemiBold" panose="020B0703020202020204" pitchFamily="34" charset="-52"/>
              </a:defRPr>
            </a:lvl1pPr>
          </a:lstStyle>
          <a:p>
            <a:pPr lvl="0"/>
            <a:r>
              <a:rPr lang="ru-RU" dirty="0"/>
              <a:t>Подзаголовок</a:t>
            </a:r>
          </a:p>
        </p:txBody>
      </p:sp>
      <p:sp>
        <p:nvSpPr>
          <p:cNvPr id="6" name="Текст 7">
            <a:extLst>
              <a:ext uri="{FF2B5EF4-FFF2-40B4-BE49-F238E27FC236}">
                <a16:creationId xmlns:a16="http://schemas.microsoft.com/office/drawing/2014/main" id="{E58E80D7-3F9A-CA73-1A7E-C864B8F1B1AF}"/>
              </a:ext>
            </a:extLst>
          </p:cNvPr>
          <p:cNvSpPr>
            <a:spLocks noGrp="1"/>
          </p:cNvSpPr>
          <p:nvPr>
            <p:ph type="body" sz="quarter" idx="14" hasCustomPrompt="1"/>
          </p:nvPr>
        </p:nvSpPr>
        <p:spPr>
          <a:xfrm>
            <a:off x="5000171" y="3011486"/>
            <a:ext cx="3635830" cy="1573671"/>
          </a:xfrm>
        </p:spPr>
        <p:txBody>
          <a:bodyPr>
            <a:normAutofit/>
          </a:bodyPr>
          <a:lstStyle>
            <a:lvl1pPr marL="0" indent="0">
              <a:buNone/>
              <a:defRPr sz="1200"/>
            </a:lvl1pPr>
            <a:lvl2pPr marL="457200" indent="0">
              <a:buNone/>
              <a:defRPr/>
            </a:lvl2pPr>
            <a:lvl3pPr marL="914400" indent="0">
              <a:buNone/>
              <a:defRPr/>
            </a:lvl3pPr>
            <a:lvl4pPr marL="1371600" indent="0">
              <a:buNone/>
              <a:defRPr/>
            </a:lvl4pPr>
            <a:lvl5pPr marL="1828800" indent="0">
              <a:buFont typeface="Arial" panose="020B0604020202020204" pitchFamily="34" charset="0"/>
              <a:buNone/>
              <a:defRPr/>
            </a:lvl5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1200" dirty="0">
                <a:latin typeface="Golos Text" panose="020B0503020202020204"/>
              </a:rPr>
              <a:t>Основной текст слайда, ключевая формулировка.</a:t>
            </a:r>
          </a:p>
          <a:p>
            <a:pPr marL="0" indent="0" algn="l">
              <a:buNone/>
            </a:pPr>
            <a:endParaRPr lang="en-US" sz="1200" b="1" i="0" dirty="0">
              <a:solidFill>
                <a:srgbClr val="2C2D2E"/>
              </a:solidFill>
              <a:effectLst/>
              <a:latin typeface="Golos Text" panose="020B0503020202020204"/>
            </a:endParaRPr>
          </a:p>
          <a:p>
            <a:pPr marL="0" indent="0" algn="l">
              <a:buNone/>
            </a:pPr>
            <a:r>
              <a:rPr lang="ru-RU" sz="12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200" b="0" i="0" dirty="0">
                <a:solidFill>
                  <a:srgbClr val="2C2D2E"/>
                </a:solidFill>
                <a:effectLst/>
                <a:latin typeface="Golos Text" panose="020B0503020202020204"/>
              </a:rPr>
              <a:t> список;</a:t>
            </a:r>
          </a:p>
          <a:p>
            <a:pPr algn="l">
              <a:buFont typeface="Arial" panose="020B0604020202020204" pitchFamily="34" charset="0"/>
              <a:buChar char="•"/>
            </a:pPr>
            <a:r>
              <a:rPr lang="ru-RU" sz="1200" b="0" i="0" dirty="0">
                <a:solidFill>
                  <a:srgbClr val="2C2D2E"/>
                </a:solidFill>
                <a:effectLst/>
                <a:latin typeface="Golos Text" panose="020B0503020202020204"/>
              </a:rPr>
              <a:t> список;</a:t>
            </a:r>
          </a:p>
          <a:p>
            <a:pPr algn="l">
              <a:buFont typeface="Arial" panose="020B0604020202020204" pitchFamily="34" charset="0"/>
              <a:buChar char="•"/>
            </a:pPr>
            <a:r>
              <a:rPr lang="ru-RU" sz="1200" b="0" i="0" dirty="0">
                <a:solidFill>
                  <a:srgbClr val="2C2D2E"/>
                </a:solidFill>
                <a:effectLst/>
                <a:latin typeface="Golos Text" panose="020B0503020202020204"/>
              </a:rPr>
              <a:t> конец списка.</a:t>
            </a:r>
          </a:p>
        </p:txBody>
      </p:sp>
      <p:sp>
        <p:nvSpPr>
          <p:cNvPr id="7" name="Текст 13">
            <a:extLst>
              <a:ext uri="{FF2B5EF4-FFF2-40B4-BE49-F238E27FC236}">
                <a16:creationId xmlns:a16="http://schemas.microsoft.com/office/drawing/2014/main" id="{BF0BE89B-425E-821E-10AB-56C164DAED33}"/>
              </a:ext>
            </a:extLst>
          </p:cNvPr>
          <p:cNvSpPr>
            <a:spLocks noGrp="1"/>
          </p:cNvSpPr>
          <p:nvPr>
            <p:ph type="body" sz="quarter" idx="15" hasCustomPrompt="1"/>
          </p:nvPr>
        </p:nvSpPr>
        <p:spPr>
          <a:xfrm>
            <a:off x="5000171" y="2401659"/>
            <a:ext cx="2960913" cy="595085"/>
          </a:xfrm>
        </p:spPr>
        <p:txBody>
          <a:bodyPr>
            <a:normAutofit/>
          </a:bodyPr>
          <a:lstStyle>
            <a:lvl1pPr marL="0" indent="0">
              <a:buNone/>
              <a:defRPr sz="1600" u="sng" baseline="0">
                <a:latin typeface="Golos Text DemiBold" panose="020B0703020202020204" pitchFamily="34" charset="-52"/>
              </a:defRPr>
            </a:lvl1pPr>
          </a:lstStyle>
          <a:p>
            <a:pPr lvl="0"/>
            <a:r>
              <a:rPr lang="ru-RU" dirty="0"/>
              <a:t>Подзаголовок</a:t>
            </a:r>
          </a:p>
        </p:txBody>
      </p:sp>
    </p:spTree>
    <p:extLst>
      <p:ext uri="{BB962C8B-B14F-4D97-AF65-F5344CB8AC3E}">
        <p14:creationId xmlns:p14="http://schemas.microsoft.com/office/powerpoint/2010/main" val="42062931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Рисунок 2">
            <a:extLst>
              <a:ext uri="{FF2B5EF4-FFF2-40B4-BE49-F238E27FC236}">
                <a16:creationId xmlns:a16="http://schemas.microsoft.com/office/drawing/2014/main" id="{F282CACE-D64E-E390-8227-23E049D60AAD}"/>
              </a:ext>
            </a:extLst>
          </p:cNvPr>
          <p:cNvSpPr>
            <a:spLocks noGrp="1"/>
          </p:cNvSpPr>
          <p:nvPr>
            <p:ph type="pic" sz="quarter" idx="10"/>
          </p:nvPr>
        </p:nvSpPr>
        <p:spPr>
          <a:xfrm>
            <a:off x="457200" y="936852"/>
            <a:ext cx="4608513" cy="3842155"/>
          </a:xfrm>
          <a:prstGeom prst="roundRect">
            <a:avLst>
              <a:gd name="adj" fmla="val 7617"/>
            </a:avLst>
          </a:prstGeom>
        </p:spPr>
        <p:txBody>
          <a:bodyPr/>
          <a:lstStyle/>
          <a:p>
            <a:endParaRPr lang="ru-RU" dirty="0"/>
          </a:p>
        </p:txBody>
      </p:sp>
      <p:sp>
        <p:nvSpPr>
          <p:cNvPr id="4" name="Title 1">
            <a:extLst>
              <a:ext uri="{FF2B5EF4-FFF2-40B4-BE49-F238E27FC236}">
                <a16:creationId xmlns:a16="http://schemas.microsoft.com/office/drawing/2014/main" id="{EFD893D5-8CB5-3E29-008C-CC0E0591AE21}"/>
              </a:ext>
            </a:extLst>
          </p:cNvPr>
          <p:cNvSpPr>
            <a:spLocks noGrp="1"/>
          </p:cNvSpPr>
          <p:nvPr>
            <p:ph type="title" hasCustomPrompt="1"/>
          </p:nvPr>
        </p:nvSpPr>
        <p:spPr>
          <a:xfrm>
            <a:off x="457200" y="306435"/>
            <a:ext cx="6824382" cy="527284"/>
          </a:xfrm>
        </p:spPr>
        <p:txBody>
          <a:bodyPr>
            <a:normAutofit/>
          </a:bodyPr>
          <a:lstStyle>
            <a:lvl1pPr>
              <a:defRPr sz="3200" baseline="0">
                <a:solidFill>
                  <a:schemeClr val="bg1"/>
                </a:solidFill>
                <a:latin typeface="Golos Text DemiBold" panose="020B0703020202020204" pitchFamily="34" charset="-52"/>
              </a:defRPr>
            </a:lvl1pPr>
          </a:lstStyle>
          <a:p>
            <a:r>
              <a:rPr lang="ru-RU" dirty="0"/>
              <a:t>Заголовок</a:t>
            </a:r>
            <a:endParaRPr lang="en-US" dirty="0"/>
          </a:p>
        </p:txBody>
      </p:sp>
      <p:sp>
        <p:nvSpPr>
          <p:cNvPr id="5" name="Текст 6">
            <a:extLst>
              <a:ext uri="{FF2B5EF4-FFF2-40B4-BE49-F238E27FC236}">
                <a16:creationId xmlns:a16="http://schemas.microsoft.com/office/drawing/2014/main" id="{6E126262-C015-9DD6-F87F-1B632AE7449F}"/>
              </a:ext>
            </a:extLst>
          </p:cNvPr>
          <p:cNvSpPr>
            <a:spLocks noGrp="1"/>
          </p:cNvSpPr>
          <p:nvPr>
            <p:ph type="body" sz="quarter" idx="11" hasCustomPrompt="1"/>
          </p:nvPr>
        </p:nvSpPr>
        <p:spPr>
          <a:xfrm>
            <a:off x="5508171" y="1153886"/>
            <a:ext cx="2532743" cy="3425371"/>
          </a:xfrm>
        </p:spPr>
        <p:txBody>
          <a:bodyPr>
            <a:normAutofit/>
          </a:bodyPr>
          <a:lstStyle>
            <a:lvl1pPr marL="0" indent="0">
              <a:buNone/>
              <a:defRPr sz="1400" baseline="0"/>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pPr marL="0" marR="0" lvl="0" indent="0" algn="l" defTabSz="457200" rtl="0" eaLnBrk="1" fontAlgn="auto" latinLnBrk="0" hangingPunct="1">
              <a:lnSpc>
                <a:spcPct val="100000"/>
              </a:lnSpc>
              <a:spcBef>
                <a:spcPct val="20000"/>
              </a:spcBef>
              <a:spcAft>
                <a:spcPts val="0"/>
              </a:spcAft>
              <a:buClrTx/>
              <a:buSzPct val="100000"/>
              <a:buFont typeface="Arial" panose="020B0604020202020204" pitchFamily="34" charset="0"/>
              <a:buNone/>
              <a:tabLst/>
              <a:defRPr/>
            </a:pPr>
            <a:r>
              <a:rPr lang="ru-RU" sz="1400" dirty="0">
                <a:latin typeface="Golos Text" panose="020B0503020202020204"/>
              </a:rPr>
              <a:t>Основной текст слайда, ключевая формулировка.</a:t>
            </a:r>
          </a:p>
          <a:p>
            <a:pPr marL="0" indent="0" algn="l">
              <a:buNone/>
            </a:pPr>
            <a:endParaRPr lang="en-US" sz="1400" b="1" i="0" dirty="0">
              <a:solidFill>
                <a:srgbClr val="2C2D2E"/>
              </a:solidFill>
              <a:effectLst/>
              <a:latin typeface="Golos Text" panose="020B0503020202020204"/>
            </a:endParaRPr>
          </a:p>
          <a:p>
            <a:pPr marL="0" indent="0" algn="l">
              <a:buNone/>
            </a:pPr>
            <a:r>
              <a:rPr lang="ru-RU" sz="1400" b="1" i="0" dirty="0">
                <a:solidFill>
                  <a:srgbClr val="2C2D2E"/>
                </a:solidFill>
                <a:effectLst/>
                <a:latin typeface="Golos Text" panose="020B0503020202020204"/>
              </a:rPr>
              <a:t>Начало списка:</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список;</a:t>
            </a:r>
          </a:p>
          <a:p>
            <a:pPr algn="l">
              <a:buFont typeface="Arial" panose="020B0604020202020204" pitchFamily="34" charset="0"/>
              <a:buChar char="•"/>
            </a:pPr>
            <a:r>
              <a:rPr lang="ru-RU" sz="1400" b="0" i="0" dirty="0">
                <a:solidFill>
                  <a:srgbClr val="2C2D2E"/>
                </a:solidFill>
                <a:effectLst/>
                <a:latin typeface="Golos Text" panose="020B0503020202020204"/>
              </a:rPr>
              <a:t> конец списка.</a:t>
            </a:r>
          </a:p>
        </p:txBody>
      </p:sp>
    </p:spTree>
    <p:extLst>
      <p:ext uri="{BB962C8B-B14F-4D97-AF65-F5344CB8AC3E}">
        <p14:creationId xmlns:p14="http://schemas.microsoft.com/office/powerpoint/2010/main" val="1736321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AA1A601-605F-FFE8-0BFA-9EB221F44BCC}"/>
              </a:ext>
            </a:extLst>
          </p:cNvPr>
          <p:cNvSpPr>
            <a:spLocks noGrp="1"/>
          </p:cNvSpPr>
          <p:nvPr>
            <p:ph type="title" hasCustomPrompt="1"/>
          </p:nvPr>
        </p:nvSpPr>
        <p:spPr>
          <a:xfrm>
            <a:off x="457200" y="306435"/>
            <a:ext cx="6291943"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
        <p:nvSpPr>
          <p:cNvPr id="7" name="Текст 6">
            <a:extLst>
              <a:ext uri="{FF2B5EF4-FFF2-40B4-BE49-F238E27FC236}">
                <a16:creationId xmlns:a16="http://schemas.microsoft.com/office/drawing/2014/main" id="{E555EF72-8579-6966-364E-7EB76150977B}"/>
              </a:ext>
            </a:extLst>
          </p:cNvPr>
          <p:cNvSpPr>
            <a:spLocks noGrp="1"/>
          </p:cNvSpPr>
          <p:nvPr>
            <p:ph type="body" sz="quarter" idx="11" hasCustomPrompt="1"/>
          </p:nvPr>
        </p:nvSpPr>
        <p:spPr>
          <a:xfrm>
            <a:off x="3102428" y="943208"/>
            <a:ext cx="5526315" cy="3875536"/>
          </a:xfrm>
        </p:spPr>
        <p:txBody>
          <a:bodyPr>
            <a:normAutofit/>
          </a:bodyPr>
          <a:lstStyle>
            <a:lvl1pPr marL="0" indent="0">
              <a:buNone/>
              <a:defRPr sz="1400" baseline="0"/>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r>
              <a:rPr lang="ru-RU" sz="1400" dirty="0">
                <a:latin typeface="Golos Text" panose="020B0503020202020204"/>
              </a:rPr>
              <a:t>Здесь при необходимости располагается основной текст слайда, ключевая формулировка.</a:t>
            </a:r>
          </a:p>
        </p:txBody>
      </p:sp>
      <p:sp>
        <p:nvSpPr>
          <p:cNvPr id="6" name="Рисунок 2">
            <a:extLst>
              <a:ext uri="{FF2B5EF4-FFF2-40B4-BE49-F238E27FC236}">
                <a16:creationId xmlns:a16="http://schemas.microsoft.com/office/drawing/2014/main" id="{E0DDF7E5-74E5-85B7-0EAB-6118F548A988}"/>
              </a:ext>
            </a:extLst>
          </p:cNvPr>
          <p:cNvSpPr>
            <a:spLocks noGrp="1"/>
          </p:cNvSpPr>
          <p:nvPr>
            <p:ph type="pic" sz="quarter" idx="13"/>
          </p:nvPr>
        </p:nvSpPr>
        <p:spPr>
          <a:xfrm>
            <a:off x="457200" y="943208"/>
            <a:ext cx="2532744" cy="1883023"/>
          </a:xfrm>
          <a:prstGeom prst="roundRect">
            <a:avLst>
              <a:gd name="adj" fmla="val 11537"/>
            </a:avLst>
          </a:prstGeom>
        </p:spPr>
        <p:txBody>
          <a:bodyPr/>
          <a:lstStyle/>
          <a:p>
            <a:endParaRPr lang="ru-RU" dirty="0"/>
          </a:p>
        </p:txBody>
      </p:sp>
      <p:sp>
        <p:nvSpPr>
          <p:cNvPr id="8" name="Рисунок 2">
            <a:extLst>
              <a:ext uri="{FF2B5EF4-FFF2-40B4-BE49-F238E27FC236}">
                <a16:creationId xmlns:a16="http://schemas.microsoft.com/office/drawing/2014/main" id="{7936B987-FE27-33B7-4612-FDB9F2B35C64}"/>
              </a:ext>
            </a:extLst>
          </p:cNvPr>
          <p:cNvSpPr>
            <a:spLocks noGrp="1"/>
          </p:cNvSpPr>
          <p:nvPr>
            <p:ph type="pic" sz="quarter" idx="14"/>
          </p:nvPr>
        </p:nvSpPr>
        <p:spPr>
          <a:xfrm>
            <a:off x="457200" y="2935720"/>
            <a:ext cx="2532744" cy="1883023"/>
          </a:xfrm>
          <a:prstGeom prst="roundRect">
            <a:avLst>
              <a:gd name="adj" fmla="val 11537"/>
            </a:avLst>
          </a:prstGeom>
        </p:spPr>
        <p:txBody>
          <a:bodyPr/>
          <a:lstStyle/>
          <a:p>
            <a:endParaRPr lang="ru-RU" dirty="0"/>
          </a:p>
        </p:txBody>
      </p:sp>
    </p:spTree>
    <p:extLst>
      <p:ext uri="{BB962C8B-B14F-4D97-AF65-F5344CB8AC3E}">
        <p14:creationId xmlns:p14="http://schemas.microsoft.com/office/powerpoint/2010/main" val="685528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9_Пользовательский макет">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Текст 6">
            <a:extLst>
              <a:ext uri="{FF2B5EF4-FFF2-40B4-BE49-F238E27FC236}">
                <a16:creationId xmlns:a16="http://schemas.microsoft.com/office/drawing/2014/main" id="{604BBFFB-7572-35FA-4787-0F445C56328C}"/>
              </a:ext>
            </a:extLst>
          </p:cNvPr>
          <p:cNvSpPr>
            <a:spLocks noGrp="1"/>
          </p:cNvSpPr>
          <p:nvPr>
            <p:ph type="body" sz="quarter" idx="11" hasCustomPrompt="1"/>
          </p:nvPr>
        </p:nvSpPr>
        <p:spPr>
          <a:xfrm>
            <a:off x="457201" y="1059322"/>
            <a:ext cx="3897086" cy="1734678"/>
          </a:xfrm>
        </p:spPr>
        <p:txBody>
          <a:bodyPr>
            <a:normAutofit/>
          </a:bodyPr>
          <a:lstStyle>
            <a:lvl1pPr marL="0" indent="0">
              <a:buNone/>
              <a:defRPr sz="1400" baseline="0">
                <a:solidFill>
                  <a:schemeClr val="bg1"/>
                </a:solidFill>
              </a:defRPr>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r>
              <a:rPr lang="ru-RU" sz="1400" dirty="0">
                <a:latin typeface="Golos Text" panose="020B0503020202020204"/>
              </a:rPr>
              <a:t>Основной текст слайда, ключевая формулировка.</a:t>
            </a:r>
          </a:p>
        </p:txBody>
      </p:sp>
      <p:sp>
        <p:nvSpPr>
          <p:cNvPr id="4" name="Текст 6">
            <a:extLst>
              <a:ext uri="{FF2B5EF4-FFF2-40B4-BE49-F238E27FC236}">
                <a16:creationId xmlns:a16="http://schemas.microsoft.com/office/drawing/2014/main" id="{4BFD2DD0-1A50-CC19-1239-4EE4F12EA915}"/>
              </a:ext>
            </a:extLst>
          </p:cNvPr>
          <p:cNvSpPr>
            <a:spLocks noGrp="1"/>
          </p:cNvSpPr>
          <p:nvPr>
            <p:ph type="body" sz="quarter" idx="12" hasCustomPrompt="1"/>
          </p:nvPr>
        </p:nvSpPr>
        <p:spPr>
          <a:xfrm>
            <a:off x="457202" y="3105836"/>
            <a:ext cx="3897084" cy="1640335"/>
          </a:xfrm>
        </p:spPr>
        <p:txBody>
          <a:bodyPr>
            <a:normAutofit/>
          </a:bodyPr>
          <a:lstStyle>
            <a:lvl1pPr marL="0" indent="0">
              <a:buNone/>
              <a:defRPr sz="1400" baseline="0">
                <a:solidFill>
                  <a:schemeClr val="bg1"/>
                </a:solidFill>
              </a:defRPr>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r>
              <a:rPr lang="ru-RU" sz="1400" dirty="0">
                <a:latin typeface="Golos Text" panose="020B0503020202020204"/>
              </a:rPr>
              <a:t>Основной текст слайда, ключевая формулировка.</a:t>
            </a:r>
          </a:p>
        </p:txBody>
      </p:sp>
      <p:sp>
        <p:nvSpPr>
          <p:cNvPr id="5" name="Текст 6">
            <a:extLst>
              <a:ext uri="{FF2B5EF4-FFF2-40B4-BE49-F238E27FC236}">
                <a16:creationId xmlns:a16="http://schemas.microsoft.com/office/drawing/2014/main" id="{73A9D63A-5180-ED0A-F619-007A1570C1E3}"/>
              </a:ext>
            </a:extLst>
          </p:cNvPr>
          <p:cNvSpPr>
            <a:spLocks noGrp="1"/>
          </p:cNvSpPr>
          <p:nvPr>
            <p:ph type="body" sz="quarter" idx="13" hasCustomPrompt="1"/>
          </p:nvPr>
        </p:nvSpPr>
        <p:spPr>
          <a:xfrm>
            <a:off x="4789714" y="1059322"/>
            <a:ext cx="3632201" cy="3686849"/>
          </a:xfrm>
        </p:spPr>
        <p:txBody>
          <a:bodyPr>
            <a:normAutofit/>
          </a:bodyPr>
          <a:lstStyle>
            <a:lvl1pPr marL="0" indent="0">
              <a:buNone/>
              <a:defRPr sz="1400" baseline="0">
                <a:solidFill>
                  <a:schemeClr val="bg1"/>
                </a:solidFill>
              </a:defRPr>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r>
              <a:rPr lang="ru-RU" sz="1400" dirty="0">
                <a:latin typeface="Golos Text" panose="020B0503020202020204"/>
              </a:rPr>
              <a:t>Основной текст слайда, ключевая формулировка.</a:t>
            </a:r>
          </a:p>
        </p:txBody>
      </p:sp>
      <p:sp>
        <p:nvSpPr>
          <p:cNvPr id="2" name="Title 1">
            <a:extLst>
              <a:ext uri="{FF2B5EF4-FFF2-40B4-BE49-F238E27FC236}">
                <a16:creationId xmlns:a16="http://schemas.microsoft.com/office/drawing/2014/main" id="{07075CB2-AC7B-1521-E0C8-0618DBE0FE38}"/>
              </a:ext>
            </a:extLst>
          </p:cNvPr>
          <p:cNvSpPr>
            <a:spLocks noGrp="1"/>
          </p:cNvSpPr>
          <p:nvPr>
            <p:ph type="title" hasCustomPrompt="1"/>
          </p:nvPr>
        </p:nvSpPr>
        <p:spPr>
          <a:xfrm>
            <a:off x="457200" y="306435"/>
            <a:ext cx="6291943"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Tree>
    <p:extLst>
      <p:ext uri="{BB962C8B-B14F-4D97-AF65-F5344CB8AC3E}">
        <p14:creationId xmlns:p14="http://schemas.microsoft.com/office/powerpoint/2010/main" val="11873591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ext Placeholder 24"/>
          <p:cNvSpPr>
            <a:spLocks noGrp="1"/>
          </p:cNvSpPr>
          <p:nvPr>
            <p:ph type="body" sz="quarter" idx="20" hasCustomPrompt="1"/>
          </p:nvPr>
        </p:nvSpPr>
        <p:spPr>
          <a:xfrm>
            <a:off x="457201" y="2933902"/>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14" name="Text Placeholder 24"/>
          <p:cNvSpPr>
            <a:spLocks noGrp="1"/>
          </p:cNvSpPr>
          <p:nvPr>
            <p:ph type="body" sz="quarter" idx="21" hasCustomPrompt="1"/>
          </p:nvPr>
        </p:nvSpPr>
        <p:spPr>
          <a:xfrm>
            <a:off x="3209454" y="2933902"/>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15" name="Text Placeholder 24"/>
          <p:cNvSpPr>
            <a:spLocks noGrp="1"/>
          </p:cNvSpPr>
          <p:nvPr>
            <p:ph type="body" sz="quarter" idx="22" hasCustomPrompt="1"/>
          </p:nvPr>
        </p:nvSpPr>
        <p:spPr>
          <a:xfrm>
            <a:off x="5969804" y="2933902"/>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19" name="Content Placeholder 2"/>
          <p:cNvSpPr>
            <a:spLocks noGrp="1"/>
          </p:cNvSpPr>
          <p:nvPr>
            <p:ph sz="half" idx="1" hasCustomPrompt="1"/>
          </p:nvPr>
        </p:nvSpPr>
        <p:spPr>
          <a:xfrm>
            <a:off x="457200" y="3287828"/>
            <a:ext cx="2588883" cy="1395548"/>
          </a:xfrm>
        </p:spPr>
        <p:txBody>
          <a:bodyPr>
            <a:normAutofit/>
          </a:bodyPr>
          <a:lstStyle>
            <a:lvl1pPr marL="0" indent="0">
              <a:buNone/>
              <a:defRPr sz="1200" baseline="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ru-RU" dirty="0"/>
              <a:t>Текст</a:t>
            </a:r>
          </a:p>
        </p:txBody>
      </p:sp>
      <p:sp>
        <p:nvSpPr>
          <p:cNvPr id="20" name="Content Placeholder 3"/>
          <p:cNvSpPr>
            <a:spLocks noGrp="1"/>
          </p:cNvSpPr>
          <p:nvPr>
            <p:ph sz="half" idx="2" hasCustomPrompt="1"/>
          </p:nvPr>
        </p:nvSpPr>
        <p:spPr>
          <a:xfrm>
            <a:off x="3207251" y="3299578"/>
            <a:ext cx="2591416" cy="1395548"/>
          </a:xfrm>
        </p:spPr>
        <p:txBody>
          <a:bodyPr>
            <a:noAutofit/>
          </a:bodyPr>
          <a:lstStyle>
            <a:lvl1pPr marL="0" indent="0">
              <a:buNone/>
              <a:defRPr sz="1200" baseline="0"/>
            </a:lvl1pPr>
            <a:lvl2pPr>
              <a:defRPr sz="1200" baseline="0"/>
            </a:lvl2pPr>
            <a:lvl3pPr>
              <a:defRPr sz="1200" baseline="0"/>
            </a:lvl3pPr>
            <a:lvl4pPr>
              <a:defRPr sz="1200" baseline="0"/>
            </a:lvl4pPr>
            <a:lvl5pPr>
              <a:defRPr sz="1200" baseline="0"/>
            </a:lvl5pPr>
            <a:lvl6pPr>
              <a:defRPr sz="1800"/>
            </a:lvl6pPr>
            <a:lvl7pPr>
              <a:defRPr sz="1800"/>
            </a:lvl7pPr>
            <a:lvl8pPr>
              <a:defRPr sz="1800"/>
            </a:lvl8pPr>
            <a:lvl9pPr>
              <a:defRPr sz="1800"/>
            </a:lvl9pPr>
          </a:lstStyle>
          <a:p>
            <a:pPr lvl="0"/>
            <a:r>
              <a:rPr lang="ru-RU" dirty="0"/>
              <a:t>Текст</a:t>
            </a:r>
          </a:p>
        </p:txBody>
      </p:sp>
      <p:sp>
        <p:nvSpPr>
          <p:cNvPr id="2" name="Title 1">
            <a:extLst>
              <a:ext uri="{FF2B5EF4-FFF2-40B4-BE49-F238E27FC236}">
                <a16:creationId xmlns:a16="http://schemas.microsoft.com/office/drawing/2014/main" id="{C784827D-CE53-9591-037D-C963F1C740F2}"/>
              </a:ext>
            </a:extLst>
          </p:cNvPr>
          <p:cNvSpPr>
            <a:spLocks noGrp="1"/>
          </p:cNvSpPr>
          <p:nvPr>
            <p:ph type="title" hasCustomPrompt="1"/>
          </p:nvPr>
        </p:nvSpPr>
        <p:spPr>
          <a:xfrm>
            <a:off x="457200" y="306435"/>
            <a:ext cx="6291943"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
        <p:nvSpPr>
          <p:cNvPr id="10" name="Content Placeholder 3">
            <a:extLst>
              <a:ext uri="{FF2B5EF4-FFF2-40B4-BE49-F238E27FC236}">
                <a16:creationId xmlns:a16="http://schemas.microsoft.com/office/drawing/2014/main" id="{5AE50A46-F4A6-68CE-7C12-AA2301388718}"/>
              </a:ext>
            </a:extLst>
          </p:cNvPr>
          <p:cNvSpPr>
            <a:spLocks noGrp="1"/>
          </p:cNvSpPr>
          <p:nvPr>
            <p:ph sz="half" idx="26" hasCustomPrompt="1"/>
          </p:nvPr>
        </p:nvSpPr>
        <p:spPr>
          <a:xfrm>
            <a:off x="5967600" y="3299578"/>
            <a:ext cx="2591416" cy="1395548"/>
          </a:xfrm>
        </p:spPr>
        <p:txBody>
          <a:bodyPr>
            <a:noAutofit/>
          </a:bodyPr>
          <a:lstStyle>
            <a:lvl1pPr marL="0" indent="0">
              <a:buNone/>
              <a:defRPr sz="1200" baseline="0"/>
            </a:lvl1pPr>
            <a:lvl2pPr>
              <a:defRPr sz="1200" baseline="0"/>
            </a:lvl2pPr>
            <a:lvl3pPr>
              <a:defRPr sz="1200" baseline="0"/>
            </a:lvl3pPr>
            <a:lvl4pPr>
              <a:defRPr sz="1200" baseline="0"/>
            </a:lvl4pPr>
            <a:lvl5pPr>
              <a:defRPr sz="1200" baseline="0"/>
            </a:lvl5pPr>
            <a:lvl6pPr>
              <a:defRPr sz="1800"/>
            </a:lvl6pPr>
            <a:lvl7pPr>
              <a:defRPr sz="1800"/>
            </a:lvl7pPr>
            <a:lvl8pPr>
              <a:defRPr sz="1800"/>
            </a:lvl8pPr>
            <a:lvl9pPr>
              <a:defRPr sz="1800"/>
            </a:lvl9pPr>
          </a:lstStyle>
          <a:p>
            <a:pPr lvl="0"/>
            <a:r>
              <a:rPr lang="ru-RU" dirty="0"/>
              <a:t>Текст</a:t>
            </a:r>
          </a:p>
        </p:txBody>
      </p:sp>
      <p:sp>
        <p:nvSpPr>
          <p:cNvPr id="11" name="Рисунок 2">
            <a:extLst>
              <a:ext uri="{FF2B5EF4-FFF2-40B4-BE49-F238E27FC236}">
                <a16:creationId xmlns:a16="http://schemas.microsoft.com/office/drawing/2014/main" id="{42AB405F-D2C7-9CD0-F8A2-C5B08DACE9FE}"/>
              </a:ext>
            </a:extLst>
          </p:cNvPr>
          <p:cNvSpPr>
            <a:spLocks noGrp="1"/>
          </p:cNvSpPr>
          <p:nvPr>
            <p:ph type="pic" sz="quarter" idx="13"/>
          </p:nvPr>
        </p:nvSpPr>
        <p:spPr>
          <a:xfrm>
            <a:off x="469081" y="944463"/>
            <a:ext cx="2577001" cy="1883023"/>
          </a:xfrm>
          <a:prstGeom prst="roundRect">
            <a:avLst>
              <a:gd name="adj" fmla="val 11537"/>
            </a:avLst>
          </a:prstGeom>
        </p:spPr>
        <p:txBody>
          <a:bodyPr/>
          <a:lstStyle/>
          <a:p>
            <a:endParaRPr lang="ru-RU" dirty="0"/>
          </a:p>
        </p:txBody>
      </p:sp>
      <p:sp>
        <p:nvSpPr>
          <p:cNvPr id="12" name="Рисунок 2">
            <a:extLst>
              <a:ext uri="{FF2B5EF4-FFF2-40B4-BE49-F238E27FC236}">
                <a16:creationId xmlns:a16="http://schemas.microsoft.com/office/drawing/2014/main" id="{20D20C24-934F-4A5C-CF04-B479AF2D0D5F}"/>
              </a:ext>
            </a:extLst>
          </p:cNvPr>
          <p:cNvSpPr>
            <a:spLocks noGrp="1"/>
          </p:cNvSpPr>
          <p:nvPr>
            <p:ph type="pic" sz="quarter" idx="27"/>
          </p:nvPr>
        </p:nvSpPr>
        <p:spPr>
          <a:xfrm>
            <a:off x="3221666" y="944462"/>
            <a:ext cx="2577001" cy="1883023"/>
          </a:xfrm>
          <a:prstGeom prst="roundRect">
            <a:avLst>
              <a:gd name="adj" fmla="val 12905"/>
            </a:avLst>
          </a:prstGeom>
        </p:spPr>
        <p:txBody>
          <a:bodyPr/>
          <a:lstStyle/>
          <a:p>
            <a:endParaRPr lang="ru-RU" dirty="0"/>
          </a:p>
        </p:txBody>
      </p:sp>
      <p:sp>
        <p:nvSpPr>
          <p:cNvPr id="16" name="Рисунок 2">
            <a:extLst>
              <a:ext uri="{FF2B5EF4-FFF2-40B4-BE49-F238E27FC236}">
                <a16:creationId xmlns:a16="http://schemas.microsoft.com/office/drawing/2014/main" id="{2D750E3A-97C5-5CBE-A3C9-0F2565E569EE}"/>
              </a:ext>
            </a:extLst>
          </p:cNvPr>
          <p:cNvSpPr>
            <a:spLocks noGrp="1"/>
          </p:cNvSpPr>
          <p:nvPr>
            <p:ph type="pic" sz="quarter" idx="28"/>
          </p:nvPr>
        </p:nvSpPr>
        <p:spPr>
          <a:xfrm>
            <a:off x="5980690" y="944463"/>
            <a:ext cx="2577001" cy="1883023"/>
          </a:xfrm>
          <a:prstGeom prst="roundRect">
            <a:avLst>
              <a:gd name="adj" fmla="val 10512"/>
            </a:avLst>
          </a:prstGeom>
        </p:spPr>
        <p:txBody>
          <a:bodyPr/>
          <a:lstStyle/>
          <a:p>
            <a:endParaRPr lang="ru-RU" dirty="0"/>
          </a:p>
        </p:txBody>
      </p:sp>
    </p:spTree>
    <p:extLst>
      <p:ext uri="{BB962C8B-B14F-4D97-AF65-F5344CB8AC3E}">
        <p14:creationId xmlns:p14="http://schemas.microsoft.com/office/powerpoint/2010/main" val="3773842539"/>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7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AA1A601-605F-FFE8-0BFA-9EB221F44BCC}"/>
              </a:ext>
            </a:extLst>
          </p:cNvPr>
          <p:cNvSpPr>
            <a:spLocks noGrp="1"/>
          </p:cNvSpPr>
          <p:nvPr>
            <p:ph type="title" hasCustomPrompt="1"/>
          </p:nvPr>
        </p:nvSpPr>
        <p:spPr>
          <a:xfrm>
            <a:off x="457200" y="306435"/>
            <a:ext cx="6291943"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
        <p:nvSpPr>
          <p:cNvPr id="7" name="Текст 6">
            <a:extLst>
              <a:ext uri="{FF2B5EF4-FFF2-40B4-BE49-F238E27FC236}">
                <a16:creationId xmlns:a16="http://schemas.microsoft.com/office/drawing/2014/main" id="{E555EF72-8579-6966-364E-7EB76150977B}"/>
              </a:ext>
            </a:extLst>
          </p:cNvPr>
          <p:cNvSpPr>
            <a:spLocks noGrp="1"/>
          </p:cNvSpPr>
          <p:nvPr>
            <p:ph type="body" sz="quarter" idx="11" hasCustomPrompt="1"/>
          </p:nvPr>
        </p:nvSpPr>
        <p:spPr>
          <a:xfrm>
            <a:off x="5733143" y="949330"/>
            <a:ext cx="2895600" cy="3895724"/>
          </a:xfrm>
        </p:spPr>
        <p:txBody>
          <a:bodyPr>
            <a:normAutofit/>
          </a:bodyPr>
          <a:lstStyle>
            <a:lvl1pPr marL="0" indent="0">
              <a:buNone/>
              <a:defRPr sz="1400" b="0" i="0" baseline="0"/>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pPr lvl="0"/>
            <a:r>
              <a:rPr lang="ru-RU" dirty="0"/>
              <a:t>Текст</a:t>
            </a:r>
          </a:p>
        </p:txBody>
      </p:sp>
      <p:sp>
        <p:nvSpPr>
          <p:cNvPr id="4" name="Рисунок 2">
            <a:extLst>
              <a:ext uri="{FF2B5EF4-FFF2-40B4-BE49-F238E27FC236}">
                <a16:creationId xmlns:a16="http://schemas.microsoft.com/office/drawing/2014/main" id="{F1233E17-1183-B76E-8FDC-B4E51177D94B}"/>
              </a:ext>
            </a:extLst>
          </p:cNvPr>
          <p:cNvSpPr>
            <a:spLocks noGrp="1"/>
          </p:cNvSpPr>
          <p:nvPr>
            <p:ph type="pic" sz="quarter" idx="13"/>
          </p:nvPr>
        </p:nvSpPr>
        <p:spPr>
          <a:xfrm>
            <a:off x="457200" y="949329"/>
            <a:ext cx="2532744" cy="1883023"/>
          </a:xfrm>
          <a:prstGeom prst="roundRect">
            <a:avLst>
              <a:gd name="adj" fmla="val 11537"/>
            </a:avLst>
          </a:prstGeom>
        </p:spPr>
        <p:txBody>
          <a:bodyPr/>
          <a:lstStyle/>
          <a:p>
            <a:endParaRPr lang="ru-RU" dirty="0"/>
          </a:p>
        </p:txBody>
      </p:sp>
      <p:sp>
        <p:nvSpPr>
          <p:cNvPr id="8" name="Рисунок 2">
            <a:extLst>
              <a:ext uri="{FF2B5EF4-FFF2-40B4-BE49-F238E27FC236}">
                <a16:creationId xmlns:a16="http://schemas.microsoft.com/office/drawing/2014/main" id="{D225B0AE-7C4E-EA08-3FB1-DC344CD72446}"/>
              </a:ext>
            </a:extLst>
          </p:cNvPr>
          <p:cNvSpPr>
            <a:spLocks noGrp="1"/>
          </p:cNvSpPr>
          <p:nvPr>
            <p:ph type="pic" sz="quarter" idx="16"/>
          </p:nvPr>
        </p:nvSpPr>
        <p:spPr>
          <a:xfrm>
            <a:off x="3095171" y="949328"/>
            <a:ext cx="2532744" cy="1883023"/>
          </a:xfrm>
          <a:prstGeom prst="roundRect">
            <a:avLst>
              <a:gd name="adj" fmla="val 11879"/>
            </a:avLst>
          </a:prstGeom>
        </p:spPr>
        <p:txBody>
          <a:bodyPr/>
          <a:lstStyle/>
          <a:p>
            <a:endParaRPr lang="ru-RU" dirty="0"/>
          </a:p>
        </p:txBody>
      </p:sp>
      <p:sp>
        <p:nvSpPr>
          <p:cNvPr id="10" name="Рисунок 2">
            <a:extLst>
              <a:ext uri="{FF2B5EF4-FFF2-40B4-BE49-F238E27FC236}">
                <a16:creationId xmlns:a16="http://schemas.microsoft.com/office/drawing/2014/main" id="{8F0CB042-A157-2892-A9F3-8F41034FBC2B}"/>
              </a:ext>
            </a:extLst>
          </p:cNvPr>
          <p:cNvSpPr>
            <a:spLocks noGrp="1"/>
          </p:cNvSpPr>
          <p:nvPr>
            <p:ph type="pic" sz="quarter" idx="17"/>
          </p:nvPr>
        </p:nvSpPr>
        <p:spPr>
          <a:xfrm>
            <a:off x="3095171" y="2962031"/>
            <a:ext cx="2532744" cy="1883023"/>
          </a:xfrm>
          <a:prstGeom prst="roundRect">
            <a:avLst>
              <a:gd name="adj" fmla="val 11537"/>
            </a:avLst>
          </a:prstGeom>
        </p:spPr>
        <p:txBody>
          <a:bodyPr/>
          <a:lstStyle/>
          <a:p>
            <a:endParaRPr lang="ru-RU" dirty="0"/>
          </a:p>
        </p:txBody>
      </p:sp>
      <p:sp>
        <p:nvSpPr>
          <p:cNvPr id="11" name="Рисунок 2">
            <a:extLst>
              <a:ext uri="{FF2B5EF4-FFF2-40B4-BE49-F238E27FC236}">
                <a16:creationId xmlns:a16="http://schemas.microsoft.com/office/drawing/2014/main" id="{B7890194-FBA6-DE42-AD42-307D6F999BEF}"/>
              </a:ext>
            </a:extLst>
          </p:cNvPr>
          <p:cNvSpPr>
            <a:spLocks noGrp="1"/>
          </p:cNvSpPr>
          <p:nvPr>
            <p:ph type="pic" sz="quarter" idx="18"/>
          </p:nvPr>
        </p:nvSpPr>
        <p:spPr>
          <a:xfrm>
            <a:off x="457199" y="2962031"/>
            <a:ext cx="2532744" cy="1883023"/>
          </a:xfrm>
          <a:prstGeom prst="roundRect">
            <a:avLst>
              <a:gd name="adj" fmla="val 11537"/>
            </a:avLst>
          </a:prstGeom>
        </p:spPr>
        <p:txBody>
          <a:bodyPr/>
          <a:lstStyle/>
          <a:p>
            <a:endParaRPr lang="ru-RU" dirty="0"/>
          </a:p>
        </p:txBody>
      </p:sp>
    </p:spTree>
    <p:extLst>
      <p:ext uri="{BB962C8B-B14F-4D97-AF65-F5344CB8AC3E}">
        <p14:creationId xmlns:p14="http://schemas.microsoft.com/office/powerpoint/2010/main" val="32464274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8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AA1A601-605F-FFE8-0BFA-9EB221F44BCC}"/>
              </a:ext>
            </a:extLst>
          </p:cNvPr>
          <p:cNvSpPr>
            <a:spLocks noGrp="1"/>
          </p:cNvSpPr>
          <p:nvPr>
            <p:ph type="title" hasCustomPrompt="1"/>
          </p:nvPr>
        </p:nvSpPr>
        <p:spPr>
          <a:xfrm>
            <a:off x="457200" y="306435"/>
            <a:ext cx="6291943"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
        <p:nvSpPr>
          <p:cNvPr id="4" name="Текст 6">
            <a:extLst>
              <a:ext uri="{FF2B5EF4-FFF2-40B4-BE49-F238E27FC236}">
                <a16:creationId xmlns:a16="http://schemas.microsoft.com/office/drawing/2014/main" id="{46AE54EB-260E-9A56-307F-307DC6AE3274}"/>
              </a:ext>
            </a:extLst>
          </p:cNvPr>
          <p:cNvSpPr>
            <a:spLocks noGrp="1"/>
          </p:cNvSpPr>
          <p:nvPr>
            <p:ph type="body" sz="quarter" idx="13" hasCustomPrompt="1"/>
          </p:nvPr>
        </p:nvSpPr>
        <p:spPr>
          <a:xfrm>
            <a:off x="457201" y="963397"/>
            <a:ext cx="2532744" cy="1883023"/>
          </a:xfrm>
        </p:spPr>
        <p:txBody>
          <a:bodyPr>
            <a:normAutofit/>
          </a:bodyPr>
          <a:lstStyle>
            <a:lvl1pPr marL="0" indent="0">
              <a:buNone/>
              <a:defRPr sz="1800" b="1" i="0" baseline="0"/>
            </a:lvl1pPr>
            <a:lvl2pPr marL="457200" indent="0">
              <a:buNone/>
              <a:defRPr sz="1400" baseline="0"/>
            </a:lvl2pPr>
            <a:lvl3pPr marL="914400" indent="0">
              <a:buNone/>
              <a:defRPr sz="1400" baseline="0"/>
            </a:lvl3pPr>
            <a:lvl4pPr marL="1371600" indent="0">
              <a:buNone/>
              <a:defRPr sz="1400" baseline="0"/>
            </a:lvl4pPr>
            <a:lvl5pPr marL="1828800" indent="0">
              <a:buFont typeface="Arial" panose="020B0604020202020204" pitchFamily="34" charset="0"/>
              <a:buNone/>
              <a:defRPr sz="1400" baseline="0"/>
            </a:lvl5pPr>
          </a:lstStyle>
          <a:p>
            <a:pPr lvl="0"/>
            <a:r>
              <a:rPr lang="ru-RU" dirty="0"/>
              <a:t>Ключевая фраза слайда</a:t>
            </a:r>
          </a:p>
        </p:txBody>
      </p:sp>
      <p:sp>
        <p:nvSpPr>
          <p:cNvPr id="7" name="Рисунок 2">
            <a:extLst>
              <a:ext uri="{FF2B5EF4-FFF2-40B4-BE49-F238E27FC236}">
                <a16:creationId xmlns:a16="http://schemas.microsoft.com/office/drawing/2014/main" id="{20DDEE97-30A5-E948-6E23-28FB2BCF96FD}"/>
              </a:ext>
            </a:extLst>
          </p:cNvPr>
          <p:cNvSpPr>
            <a:spLocks noGrp="1"/>
          </p:cNvSpPr>
          <p:nvPr>
            <p:ph type="pic" sz="quarter" idx="17"/>
          </p:nvPr>
        </p:nvSpPr>
        <p:spPr>
          <a:xfrm>
            <a:off x="3095171" y="963397"/>
            <a:ext cx="2532744" cy="1883023"/>
          </a:xfrm>
          <a:prstGeom prst="roundRect">
            <a:avLst>
              <a:gd name="adj" fmla="val 11537"/>
            </a:avLst>
          </a:prstGeom>
        </p:spPr>
        <p:txBody>
          <a:bodyPr/>
          <a:lstStyle/>
          <a:p>
            <a:endParaRPr lang="ru-RU" dirty="0"/>
          </a:p>
        </p:txBody>
      </p:sp>
      <p:sp>
        <p:nvSpPr>
          <p:cNvPr id="10" name="Рисунок 2">
            <a:extLst>
              <a:ext uri="{FF2B5EF4-FFF2-40B4-BE49-F238E27FC236}">
                <a16:creationId xmlns:a16="http://schemas.microsoft.com/office/drawing/2014/main" id="{AAC08422-7D47-2B7E-7D28-680BC07B364D}"/>
              </a:ext>
            </a:extLst>
          </p:cNvPr>
          <p:cNvSpPr>
            <a:spLocks noGrp="1"/>
          </p:cNvSpPr>
          <p:nvPr>
            <p:ph type="pic" sz="quarter" idx="18"/>
          </p:nvPr>
        </p:nvSpPr>
        <p:spPr>
          <a:xfrm>
            <a:off x="5733141" y="966928"/>
            <a:ext cx="2532744" cy="1883023"/>
          </a:xfrm>
          <a:prstGeom prst="roundRect">
            <a:avLst>
              <a:gd name="adj" fmla="val 11196"/>
            </a:avLst>
          </a:prstGeom>
        </p:spPr>
        <p:txBody>
          <a:bodyPr/>
          <a:lstStyle/>
          <a:p>
            <a:endParaRPr lang="ru-RU" dirty="0"/>
          </a:p>
        </p:txBody>
      </p:sp>
      <p:sp>
        <p:nvSpPr>
          <p:cNvPr id="11" name="Рисунок 2">
            <a:extLst>
              <a:ext uri="{FF2B5EF4-FFF2-40B4-BE49-F238E27FC236}">
                <a16:creationId xmlns:a16="http://schemas.microsoft.com/office/drawing/2014/main" id="{4D0F3CB7-1C07-A606-10E8-3541ED42DF3F}"/>
              </a:ext>
            </a:extLst>
          </p:cNvPr>
          <p:cNvSpPr>
            <a:spLocks noGrp="1"/>
          </p:cNvSpPr>
          <p:nvPr>
            <p:ph type="pic" sz="quarter" idx="19"/>
          </p:nvPr>
        </p:nvSpPr>
        <p:spPr>
          <a:xfrm>
            <a:off x="5733141" y="2954042"/>
            <a:ext cx="2532744" cy="1883023"/>
          </a:xfrm>
          <a:prstGeom prst="roundRect">
            <a:avLst>
              <a:gd name="adj" fmla="val 8802"/>
            </a:avLst>
          </a:prstGeom>
        </p:spPr>
        <p:txBody>
          <a:bodyPr/>
          <a:lstStyle/>
          <a:p>
            <a:endParaRPr lang="ru-RU" dirty="0"/>
          </a:p>
        </p:txBody>
      </p:sp>
      <p:sp>
        <p:nvSpPr>
          <p:cNvPr id="12" name="Рисунок 2">
            <a:extLst>
              <a:ext uri="{FF2B5EF4-FFF2-40B4-BE49-F238E27FC236}">
                <a16:creationId xmlns:a16="http://schemas.microsoft.com/office/drawing/2014/main" id="{AFE5227E-AF6F-5CD4-3762-3B690A4EFAC6}"/>
              </a:ext>
            </a:extLst>
          </p:cNvPr>
          <p:cNvSpPr>
            <a:spLocks noGrp="1"/>
          </p:cNvSpPr>
          <p:nvPr>
            <p:ph type="pic" sz="quarter" idx="20"/>
          </p:nvPr>
        </p:nvSpPr>
        <p:spPr>
          <a:xfrm>
            <a:off x="3095171" y="2960314"/>
            <a:ext cx="2532744" cy="1883023"/>
          </a:xfrm>
          <a:prstGeom prst="roundRect">
            <a:avLst>
              <a:gd name="adj" fmla="val 8459"/>
            </a:avLst>
          </a:prstGeom>
        </p:spPr>
        <p:txBody>
          <a:bodyPr/>
          <a:lstStyle/>
          <a:p>
            <a:endParaRPr lang="ru-RU" dirty="0"/>
          </a:p>
        </p:txBody>
      </p:sp>
      <p:sp>
        <p:nvSpPr>
          <p:cNvPr id="13" name="Рисунок 2">
            <a:extLst>
              <a:ext uri="{FF2B5EF4-FFF2-40B4-BE49-F238E27FC236}">
                <a16:creationId xmlns:a16="http://schemas.microsoft.com/office/drawing/2014/main" id="{F1DACFFD-7F12-BA1F-C994-00039280C0A0}"/>
              </a:ext>
            </a:extLst>
          </p:cNvPr>
          <p:cNvSpPr>
            <a:spLocks noGrp="1"/>
          </p:cNvSpPr>
          <p:nvPr>
            <p:ph type="pic" sz="quarter" idx="21"/>
          </p:nvPr>
        </p:nvSpPr>
        <p:spPr>
          <a:xfrm>
            <a:off x="457200" y="2960314"/>
            <a:ext cx="2532744" cy="1883023"/>
          </a:xfrm>
          <a:prstGeom prst="roundRect">
            <a:avLst>
              <a:gd name="adj" fmla="val 10169"/>
            </a:avLst>
          </a:prstGeom>
        </p:spPr>
        <p:txBody>
          <a:bodyPr/>
          <a:lstStyle/>
          <a:p>
            <a:endParaRPr lang="ru-RU" dirty="0"/>
          </a:p>
        </p:txBody>
      </p:sp>
    </p:spTree>
    <p:extLst>
      <p:ext uri="{BB962C8B-B14F-4D97-AF65-F5344CB8AC3E}">
        <p14:creationId xmlns:p14="http://schemas.microsoft.com/office/powerpoint/2010/main" val="11318188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5" name="Text Placeholder 24"/>
          <p:cNvSpPr>
            <a:spLocks noGrp="1"/>
          </p:cNvSpPr>
          <p:nvPr>
            <p:ph type="body" sz="quarter" idx="20" hasCustomPrompt="1"/>
          </p:nvPr>
        </p:nvSpPr>
        <p:spPr>
          <a:xfrm>
            <a:off x="457201" y="2367645"/>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26" name="Text Placeholder 24"/>
          <p:cNvSpPr>
            <a:spLocks noGrp="1"/>
          </p:cNvSpPr>
          <p:nvPr>
            <p:ph type="body" sz="quarter" idx="21" hasCustomPrompt="1"/>
          </p:nvPr>
        </p:nvSpPr>
        <p:spPr>
          <a:xfrm>
            <a:off x="3275819" y="2367645"/>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27" name="Text Placeholder 24"/>
          <p:cNvSpPr>
            <a:spLocks noGrp="1"/>
          </p:cNvSpPr>
          <p:nvPr>
            <p:ph type="body" sz="quarter" idx="22" hasCustomPrompt="1"/>
          </p:nvPr>
        </p:nvSpPr>
        <p:spPr>
          <a:xfrm>
            <a:off x="6085706" y="2367645"/>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2" name="Title 1">
            <a:extLst>
              <a:ext uri="{FF2B5EF4-FFF2-40B4-BE49-F238E27FC236}">
                <a16:creationId xmlns:a16="http://schemas.microsoft.com/office/drawing/2014/main" id="{61F822C9-93DB-8981-8DE8-9669C842C913}"/>
              </a:ext>
            </a:extLst>
          </p:cNvPr>
          <p:cNvSpPr>
            <a:spLocks noGrp="1"/>
          </p:cNvSpPr>
          <p:nvPr>
            <p:ph type="title" hasCustomPrompt="1"/>
          </p:nvPr>
        </p:nvSpPr>
        <p:spPr>
          <a:xfrm>
            <a:off x="457200" y="306435"/>
            <a:ext cx="6291943" cy="527284"/>
          </a:xfrm>
        </p:spPr>
        <p:txBody>
          <a:bodyPr>
            <a:normAutofit/>
          </a:bodyPr>
          <a:lstStyle>
            <a:lvl1pPr>
              <a:defRPr sz="3200" baseline="0">
                <a:latin typeface="Golos Text DemiBold" panose="020B0703020202020204" pitchFamily="34" charset="-52"/>
              </a:defRPr>
            </a:lvl1pPr>
          </a:lstStyle>
          <a:p>
            <a:r>
              <a:rPr lang="ru-RU" dirty="0"/>
              <a:t>Заголовок</a:t>
            </a:r>
            <a:endParaRPr lang="en-US" dirty="0"/>
          </a:p>
        </p:txBody>
      </p:sp>
      <p:sp>
        <p:nvSpPr>
          <p:cNvPr id="11" name="Рисунок 2">
            <a:extLst>
              <a:ext uri="{FF2B5EF4-FFF2-40B4-BE49-F238E27FC236}">
                <a16:creationId xmlns:a16="http://schemas.microsoft.com/office/drawing/2014/main" id="{ABC6181E-5380-5398-36BA-70EAD01E6B61}"/>
              </a:ext>
            </a:extLst>
          </p:cNvPr>
          <p:cNvSpPr>
            <a:spLocks noGrp="1"/>
          </p:cNvSpPr>
          <p:nvPr>
            <p:ph type="pic" sz="quarter" idx="31" hasCustomPrompt="1"/>
          </p:nvPr>
        </p:nvSpPr>
        <p:spPr>
          <a:xfrm>
            <a:off x="454050" y="952607"/>
            <a:ext cx="2589213" cy="1304294"/>
          </a:xfrm>
          <a:prstGeom prst="roundRect">
            <a:avLst>
              <a:gd name="adj" fmla="val 9261"/>
            </a:avLst>
          </a:prstGeom>
        </p:spPr>
        <p:txBody>
          <a:bodyPr/>
          <a:lstStyle>
            <a:lvl1pPr>
              <a:defRPr/>
            </a:lvl1pPr>
          </a:lstStyle>
          <a:p>
            <a:r>
              <a:rPr lang="ru-RU" dirty="0"/>
              <a:t>Изображение</a:t>
            </a:r>
          </a:p>
        </p:txBody>
      </p:sp>
      <p:sp>
        <p:nvSpPr>
          <p:cNvPr id="12" name="Рисунок 2">
            <a:extLst>
              <a:ext uri="{FF2B5EF4-FFF2-40B4-BE49-F238E27FC236}">
                <a16:creationId xmlns:a16="http://schemas.microsoft.com/office/drawing/2014/main" id="{6C8F21F1-75B3-D8F1-2DB5-6F70F86F1DBF}"/>
              </a:ext>
            </a:extLst>
          </p:cNvPr>
          <p:cNvSpPr>
            <a:spLocks noGrp="1"/>
          </p:cNvSpPr>
          <p:nvPr>
            <p:ph type="pic" sz="quarter" idx="32" hasCustomPrompt="1"/>
          </p:nvPr>
        </p:nvSpPr>
        <p:spPr>
          <a:xfrm>
            <a:off x="3275818" y="952607"/>
            <a:ext cx="2589213" cy="1304294"/>
          </a:xfrm>
          <a:prstGeom prst="roundRect">
            <a:avLst>
              <a:gd name="adj" fmla="val 11730"/>
            </a:avLst>
          </a:prstGeom>
        </p:spPr>
        <p:txBody>
          <a:bodyPr/>
          <a:lstStyle>
            <a:lvl1pPr>
              <a:defRPr/>
            </a:lvl1pPr>
          </a:lstStyle>
          <a:p>
            <a:r>
              <a:rPr lang="ru-RU" dirty="0"/>
              <a:t>Изображение</a:t>
            </a:r>
          </a:p>
        </p:txBody>
      </p:sp>
      <p:sp>
        <p:nvSpPr>
          <p:cNvPr id="13" name="Рисунок 2">
            <a:extLst>
              <a:ext uri="{FF2B5EF4-FFF2-40B4-BE49-F238E27FC236}">
                <a16:creationId xmlns:a16="http://schemas.microsoft.com/office/drawing/2014/main" id="{276AF22E-2A7E-F9AB-5142-9D689D32BAC7}"/>
              </a:ext>
            </a:extLst>
          </p:cNvPr>
          <p:cNvSpPr>
            <a:spLocks noGrp="1"/>
          </p:cNvSpPr>
          <p:nvPr>
            <p:ph type="pic" sz="quarter" idx="33" hasCustomPrompt="1"/>
          </p:nvPr>
        </p:nvSpPr>
        <p:spPr>
          <a:xfrm>
            <a:off x="6089789" y="952607"/>
            <a:ext cx="2589213" cy="1304294"/>
          </a:xfrm>
          <a:prstGeom prst="roundRect">
            <a:avLst>
              <a:gd name="adj" fmla="val 10249"/>
            </a:avLst>
          </a:prstGeom>
        </p:spPr>
        <p:txBody>
          <a:bodyPr/>
          <a:lstStyle>
            <a:lvl1pPr>
              <a:defRPr/>
            </a:lvl1pPr>
          </a:lstStyle>
          <a:p>
            <a:r>
              <a:rPr lang="ru-RU" dirty="0"/>
              <a:t>Изображение</a:t>
            </a:r>
          </a:p>
        </p:txBody>
      </p:sp>
      <p:sp>
        <p:nvSpPr>
          <p:cNvPr id="14" name="Text Placeholder 24">
            <a:extLst>
              <a:ext uri="{FF2B5EF4-FFF2-40B4-BE49-F238E27FC236}">
                <a16:creationId xmlns:a16="http://schemas.microsoft.com/office/drawing/2014/main" id="{4381B90F-578B-03FE-3E62-01B123DDCA0C}"/>
              </a:ext>
            </a:extLst>
          </p:cNvPr>
          <p:cNvSpPr>
            <a:spLocks noGrp="1"/>
          </p:cNvSpPr>
          <p:nvPr>
            <p:ph type="body" sz="quarter" idx="34" hasCustomPrompt="1"/>
          </p:nvPr>
        </p:nvSpPr>
        <p:spPr>
          <a:xfrm>
            <a:off x="460352" y="4281396"/>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15" name="Text Placeholder 24">
            <a:extLst>
              <a:ext uri="{FF2B5EF4-FFF2-40B4-BE49-F238E27FC236}">
                <a16:creationId xmlns:a16="http://schemas.microsoft.com/office/drawing/2014/main" id="{78F39546-2C38-A484-9527-E82840466A91}"/>
              </a:ext>
            </a:extLst>
          </p:cNvPr>
          <p:cNvSpPr>
            <a:spLocks noGrp="1"/>
          </p:cNvSpPr>
          <p:nvPr>
            <p:ph type="body" sz="quarter" idx="35" hasCustomPrompt="1"/>
          </p:nvPr>
        </p:nvSpPr>
        <p:spPr>
          <a:xfrm>
            <a:off x="3278970" y="4281396"/>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17" name="Text Placeholder 24">
            <a:extLst>
              <a:ext uri="{FF2B5EF4-FFF2-40B4-BE49-F238E27FC236}">
                <a16:creationId xmlns:a16="http://schemas.microsoft.com/office/drawing/2014/main" id="{62CF135A-DC57-BFA7-737D-7E89CABB270B}"/>
              </a:ext>
            </a:extLst>
          </p:cNvPr>
          <p:cNvSpPr>
            <a:spLocks noGrp="1"/>
          </p:cNvSpPr>
          <p:nvPr>
            <p:ph type="body" sz="quarter" idx="36" hasCustomPrompt="1"/>
          </p:nvPr>
        </p:nvSpPr>
        <p:spPr>
          <a:xfrm>
            <a:off x="6088857" y="4281396"/>
            <a:ext cx="2589213" cy="269081"/>
          </a:xfrm>
        </p:spPr>
        <p:txBody>
          <a:bodyPr>
            <a:normAutofit/>
          </a:bodyPr>
          <a:lstStyle>
            <a:lvl1pPr marL="0" indent="0">
              <a:buFont typeface="Arial"/>
              <a:buNone/>
              <a:defRPr sz="1200" b="1" i="0" baseline="0"/>
            </a:lvl1pPr>
          </a:lstStyle>
          <a:p>
            <a:pPr lvl="0"/>
            <a:r>
              <a:rPr lang="ru-RU" dirty="0"/>
              <a:t>Подзаголовок</a:t>
            </a:r>
          </a:p>
        </p:txBody>
      </p:sp>
      <p:sp>
        <p:nvSpPr>
          <p:cNvPr id="23" name="Рисунок 2">
            <a:extLst>
              <a:ext uri="{FF2B5EF4-FFF2-40B4-BE49-F238E27FC236}">
                <a16:creationId xmlns:a16="http://schemas.microsoft.com/office/drawing/2014/main" id="{F2DF9285-C300-85F5-A106-92A286165DE1}"/>
              </a:ext>
            </a:extLst>
          </p:cNvPr>
          <p:cNvSpPr>
            <a:spLocks noGrp="1"/>
          </p:cNvSpPr>
          <p:nvPr>
            <p:ph type="pic" sz="quarter" idx="37" hasCustomPrompt="1"/>
          </p:nvPr>
        </p:nvSpPr>
        <p:spPr>
          <a:xfrm>
            <a:off x="457201" y="2866358"/>
            <a:ext cx="2589213" cy="1304294"/>
          </a:xfrm>
          <a:prstGeom prst="roundRect">
            <a:avLst>
              <a:gd name="adj" fmla="val 12224"/>
            </a:avLst>
          </a:prstGeom>
        </p:spPr>
        <p:txBody>
          <a:bodyPr/>
          <a:lstStyle>
            <a:lvl1pPr>
              <a:defRPr/>
            </a:lvl1pPr>
          </a:lstStyle>
          <a:p>
            <a:r>
              <a:rPr lang="ru-RU" dirty="0"/>
              <a:t>Изображение</a:t>
            </a:r>
          </a:p>
        </p:txBody>
      </p:sp>
      <p:sp>
        <p:nvSpPr>
          <p:cNvPr id="24" name="Рисунок 2">
            <a:extLst>
              <a:ext uri="{FF2B5EF4-FFF2-40B4-BE49-F238E27FC236}">
                <a16:creationId xmlns:a16="http://schemas.microsoft.com/office/drawing/2014/main" id="{3E7EB42F-DA19-C666-2E68-46C62D129469}"/>
              </a:ext>
            </a:extLst>
          </p:cNvPr>
          <p:cNvSpPr>
            <a:spLocks noGrp="1"/>
          </p:cNvSpPr>
          <p:nvPr>
            <p:ph type="pic" sz="quarter" idx="38" hasCustomPrompt="1"/>
          </p:nvPr>
        </p:nvSpPr>
        <p:spPr>
          <a:xfrm>
            <a:off x="3278969" y="2866358"/>
            <a:ext cx="2589213" cy="1304294"/>
          </a:xfrm>
          <a:prstGeom prst="roundRect">
            <a:avLst>
              <a:gd name="adj" fmla="val 11236"/>
            </a:avLst>
          </a:prstGeom>
        </p:spPr>
        <p:txBody>
          <a:bodyPr/>
          <a:lstStyle>
            <a:lvl1pPr>
              <a:defRPr/>
            </a:lvl1pPr>
          </a:lstStyle>
          <a:p>
            <a:r>
              <a:rPr lang="ru-RU" dirty="0"/>
              <a:t>Изображение</a:t>
            </a:r>
          </a:p>
        </p:txBody>
      </p:sp>
      <p:sp>
        <p:nvSpPr>
          <p:cNvPr id="31" name="Рисунок 2">
            <a:extLst>
              <a:ext uri="{FF2B5EF4-FFF2-40B4-BE49-F238E27FC236}">
                <a16:creationId xmlns:a16="http://schemas.microsoft.com/office/drawing/2014/main" id="{8819B960-AE2A-9E43-B370-CD1D6A1ACE8D}"/>
              </a:ext>
            </a:extLst>
          </p:cNvPr>
          <p:cNvSpPr>
            <a:spLocks noGrp="1"/>
          </p:cNvSpPr>
          <p:nvPr>
            <p:ph type="pic" sz="quarter" idx="39" hasCustomPrompt="1"/>
          </p:nvPr>
        </p:nvSpPr>
        <p:spPr>
          <a:xfrm>
            <a:off x="6092940" y="2866358"/>
            <a:ext cx="2589213" cy="1304294"/>
          </a:xfrm>
          <a:prstGeom prst="roundRect">
            <a:avLst>
              <a:gd name="adj" fmla="val 9755"/>
            </a:avLst>
          </a:prstGeom>
        </p:spPr>
        <p:txBody>
          <a:bodyPr/>
          <a:lstStyle>
            <a:lvl1pPr>
              <a:defRPr/>
            </a:lvl1pPr>
          </a:lstStyle>
          <a:p>
            <a:r>
              <a:rPr lang="ru-RU" dirty="0"/>
              <a:t>Изображение</a:t>
            </a:r>
          </a:p>
        </p:txBody>
      </p:sp>
    </p:spTree>
    <p:extLst>
      <p:ext uri="{BB962C8B-B14F-4D97-AF65-F5344CB8AC3E}">
        <p14:creationId xmlns:p14="http://schemas.microsoft.com/office/powerpoint/2010/main" val="7186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06434"/>
            <a:ext cx="8229600" cy="620483"/>
          </a:xfrm>
          <a:prstGeom prst="rect">
            <a:avLst/>
          </a:prstGeom>
        </p:spPr>
        <p:txBody>
          <a:bodyPr vert="horz" lIns="91440" tIns="45720" rIns="91440" bIns="45720" rtlCol="0" anchor="ctr">
            <a:normAutofit/>
          </a:bodyPr>
          <a:lstStyle/>
          <a:p>
            <a:r>
              <a:rPr lang="ru-RU" dirty="0"/>
              <a:t>Заголовок</a:t>
            </a:r>
            <a:endParaRPr lang="en-US" dirty="0"/>
          </a:p>
        </p:txBody>
      </p:sp>
      <p:sp>
        <p:nvSpPr>
          <p:cNvPr id="3" name="Text Placeholder 2"/>
          <p:cNvSpPr>
            <a:spLocks noGrp="1"/>
          </p:cNvSpPr>
          <p:nvPr>
            <p:ph type="body" idx="1"/>
          </p:nvPr>
        </p:nvSpPr>
        <p:spPr>
          <a:xfrm>
            <a:off x="457200" y="1121912"/>
            <a:ext cx="8229600" cy="2899675"/>
          </a:xfrm>
          <a:prstGeom prst="rect">
            <a:avLst/>
          </a:prstGeom>
        </p:spPr>
        <p:txBody>
          <a:bodyPr vert="horz" lIns="91440" tIns="45720" rIns="91440" bIns="45720" rtlCol="0">
            <a:normAutofit/>
          </a:bodyPr>
          <a:lstStyle/>
          <a:p>
            <a:pPr lvl="0"/>
            <a:r>
              <a:rPr lang="ru-RU" dirty="0"/>
              <a:t>Образец текста</a:t>
            </a:r>
          </a:p>
        </p:txBody>
      </p:sp>
      <p:sp>
        <p:nvSpPr>
          <p:cNvPr id="4" name="TextBox 3"/>
          <p:cNvSpPr txBox="1"/>
          <p:nvPr/>
        </p:nvSpPr>
        <p:spPr>
          <a:xfrm>
            <a:off x="-865051" y="4134125"/>
            <a:ext cx="184731" cy="369332"/>
          </a:xfrm>
          <a:prstGeom prst="rect">
            <a:avLst/>
          </a:prstGeom>
          <a:noFill/>
        </p:spPr>
        <p:txBody>
          <a:bodyPr wrap="none" rtlCol="0">
            <a:spAutoFit/>
          </a:bodyPr>
          <a:lstStyle/>
          <a:p>
            <a:endParaRPr lang="en-US"/>
          </a:p>
        </p:txBody>
      </p:sp>
      <p:sp>
        <p:nvSpPr>
          <p:cNvPr id="5" name="TextBox 4">
            <a:extLst>
              <a:ext uri="{FF2B5EF4-FFF2-40B4-BE49-F238E27FC236}">
                <a16:creationId xmlns:a16="http://schemas.microsoft.com/office/drawing/2014/main" id="{5D4D3E97-5D7A-1D29-BA55-742D76C1C8C4}"/>
              </a:ext>
            </a:extLst>
          </p:cNvPr>
          <p:cNvSpPr txBox="1"/>
          <p:nvPr userDrawn="1"/>
        </p:nvSpPr>
        <p:spPr>
          <a:xfrm>
            <a:off x="-865051" y="413412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187678368"/>
      </p:ext>
    </p:extLst>
  </p:cSld>
  <p:clrMap bg1="lt1" tx1="dk1" bg2="lt2" tx2="dk2" accent1="accent1" accent2="accent2" accent3="accent3" accent4="accent4" accent5="accent5" accent6="accent6" hlink="hlink" folHlink="folHlink"/>
  <p:sldLayoutIdLst>
    <p:sldLayoutId id="2147483878" r:id="rId1"/>
    <p:sldLayoutId id="2147483872" r:id="rId2"/>
    <p:sldLayoutId id="2147483885" r:id="rId3"/>
    <p:sldLayoutId id="2147483877" r:id="rId4"/>
    <p:sldLayoutId id="2147483891" r:id="rId5"/>
    <p:sldLayoutId id="2147483883" r:id="rId6"/>
    <p:sldLayoutId id="2147483873" r:id="rId7"/>
    <p:sldLayoutId id="2147483888" r:id="rId8"/>
    <p:sldLayoutId id="2147483892" r:id="rId9"/>
    <p:sldLayoutId id="2147483874" r:id="rId10"/>
    <p:sldLayoutId id="2147483886" r:id="rId11"/>
    <p:sldLayoutId id="2147483889" r:id="rId12"/>
    <p:sldLayoutId id="2147483893" r:id="rId13"/>
    <p:sldLayoutId id="2147483879" r:id="rId14"/>
    <p:sldLayoutId id="2147483887" r:id="rId15"/>
    <p:sldLayoutId id="2147483890" r:id="rId16"/>
    <p:sldLayoutId id="2147483880" r:id="rId17"/>
    <p:sldLayoutId id="2147483894" r:id="rId18"/>
    <p:sldLayoutId id="2147483875" r:id="rId19"/>
    <p:sldLayoutId id="2147483881" r:id="rId20"/>
    <p:sldLayoutId id="2147483882" r:id="rId21"/>
    <p:sldLayoutId id="2147483706" r:id="rId22"/>
  </p:sldLayoutIdLst>
  <p:hf sldNum="0" hdr="0" dt="0"/>
  <p:txStyles>
    <p:titleStyle>
      <a:lvl1pPr algn="l" defTabSz="457200" rtl="0" eaLnBrk="1" latinLnBrk="0" hangingPunct="1">
        <a:spcBef>
          <a:spcPct val="0"/>
        </a:spcBef>
        <a:buNone/>
        <a:defRPr sz="3600" b="1" i="0" kern="1200" baseline="0">
          <a:solidFill>
            <a:schemeClr val="tx1"/>
          </a:solidFill>
          <a:latin typeface="ALS Gorizont Bold Expanded" panose="00000805000000000000" pitchFamily="50" charset="0"/>
          <a:ea typeface="+mj-ea"/>
          <a:cs typeface="+mj-cs"/>
        </a:defRPr>
      </a:lvl1pPr>
    </p:titleStyle>
    <p:bodyStyle>
      <a:lvl1pPr marL="0" indent="0" algn="l" defTabSz="457200" rtl="0" eaLnBrk="1" latinLnBrk="0" hangingPunct="1">
        <a:spcBef>
          <a:spcPct val="20000"/>
        </a:spcBef>
        <a:buSzPct val="100000"/>
        <a:buFont typeface="Arial" panose="020B0604020202020204" pitchFamily="34" charset="0"/>
        <a:buNone/>
        <a:defRPr sz="2000" kern="1200">
          <a:solidFill>
            <a:schemeClr val="tx1"/>
          </a:solidFill>
          <a:latin typeface="Golos Text" panose="020B0503020202020204" pitchFamily="34" charset="-52"/>
          <a:ea typeface="+mn-ea"/>
          <a:cs typeface="Golos Text" panose="020B0503020202020204" pitchFamily="34" charset="-52"/>
        </a:defRPr>
      </a:lvl1pPr>
      <a:lvl2pPr marL="742950" indent="-285750" algn="l" defTabSz="457200" rtl="0" eaLnBrk="1" latinLnBrk="0" hangingPunct="1">
        <a:spcBef>
          <a:spcPct val="20000"/>
        </a:spcBef>
        <a:buFont typeface="Arial" panose="020B0604020202020204" pitchFamily="34" charset="0"/>
        <a:buChar char="•"/>
        <a:defRPr sz="2000" kern="1200">
          <a:solidFill>
            <a:schemeClr val="tx1"/>
          </a:solidFill>
          <a:latin typeface="Golos Text" panose="020B0503020202020204" pitchFamily="34" charset="-52"/>
          <a:ea typeface="+mn-ea"/>
          <a:cs typeface="Golos Text" panose="020B0503020202020204" pitchFamily="34" charset="-52"/>
        </a:defRPr>
      </a:lvl2pPr>
      <a:lvl3pPr marL="1143000" indent="-228600" algn="l" defTabSz="457200" rtl="0" eaLnBrk="1" latinLnBrk="0" hangingPunct="1">
        <a:spcBef>
          <a:spcPct val="20000"/>
        </a:spcBef>
        <a:buFont typeface="Arial" panose="020B0604020202020204" pitchFamily="34" charset="0"/>
        <a:buChar char="•"/>
        <a:defRPr sz="1600" kern="1200">
          <a:solidFill>
            <a:schemeClr val="tx1"/>
          </a:solidFill>
          <a:latin typeface="Golos Text" panose="020B0503020202020204" pitchFamily="34" charset="-52"/>
          <a:ea typeface="+mn-ea"/>
          <a:cs typeface="Golos Text" panose="020B0503020202020204" pitchFamily="34" charset="-52"/>
        </a:defRPr>
      </a:lvl3pPr>
      <a:lvl4pPr marL="1600200" indent="-228600" algn="l" defTabSz="457200" rtl="0" eaLnBrk="1" latinLnBrk="0" hangingPunct="1">
        <a:spcBef>
          <a:spcPct val="20000"/>
        </a:spcBef>
        <a:buFont typeface="Arial" panose="020B0604020202020204" pitchFamily="34" charset="0"/>
        <a:buChar char="•"/>
        <a:defRPr sz="1600" kern="1200">
          <a:solidFill>
            <a:schemeClr val="tx1"/>
          </a:solidFill>
          <a:latin typeface="Golos Text" panose="020B0503020202020204" pitchFamily="34" charset="-52"/>
          <a:ea typeface="+mn-ea"/>
          <a:cs typeface="Golos Text" panose="020B0503020202020204" pitchFamily="34" charset="-52"/>
        </a:defRPr>
      </a:lvl4pPr>
      <a:lvl5pPr marL="1828800" indent="0" algn="l" defTabSz="457200" rtl="0" eaLnBrk="1" latinLnBrk="0" hangingPunct="1">
        <a:spcBef>
          <a:spcPct val="20000"/>
        </a:spcBef>
        <a:buFont typeface="Arial" panose="020B0604020202020204" pitchFamily="34" charset="0"/>
        <a:buNone/>
        <a:defRPr sz="1600" kern="1200">
          <a:solidFill>
            <a:schemeClr val="tx1"/>
          </a:solidFill>
          <a:latin typeface="Golos Text" panose="020B0503020202020204" pitchFamily="34" charset="-52"/>
          <a:ea typeface="+mn-ea"/>
          <a:cs typeface="Golos Text" panose="020B0503020202020204" pitchFamily="34" charset="-52"/>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48.gi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371600" y="2442525"/>
            <a:ext cx="6400800" cy="704850"/>
          </a:xfrm>
        </p:spPr>
        <p:txBody>
          <a:bodyPr>
            <a:noAutofit/>
          </a:bodyPr>
          <a:lstStyle/>
          <a:p>
            <a:pPr algn="ctr"/>
            <a:r>
              <a:rPr lang="en-US" sz="4400" dirty="0">
                <a:solidFill>
                  <a:schemeClr val="bg1"/>
                </a:solidFill>
              </a:rPr>
              <a:t>Architectural Approaches to Multimodality</a:t>
            </a:r>
            <a:br>
              <a:rPr lang="ru-RU" sz="4400" dirty="0">
                <a:solidFill>
                  <a:schemeClr val="bg1"/>
                </a:solidFill>
              </a:rPr>
            </a:br>
            <a:r>
              <a:rPr lang="ru-RU" sz="2400" dirty="0">
                <a:solidFill>
                  <a:schemeClr val="bg1"/>
                </a:solidFill>
              </a:rPr>
              <a:t>Современные архитектуры нейронных сетей</a:t>
            </a:r>
            <a:endParaRPr lang="en-US" sz="2400" dirty="0">
              <a:solidFill>
                <a:schemeClr val="bg1"/>
              </a:solidFill>
            </a:endParaRPr>
          </a:p>
        </p:txBody>
      </p:sp>
    </p:spTree>
    <p:extLst>
      <p:ext uri="{BB962C8B-B14F-4D97-AF65-F5344CB8AC3E}">
        <p14:creationId xmlns:p14="http://schemas.microsoft.com/office/powerpoint/2010/main" val="87172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F8BE3E-2DE7-FD93-EE49-21C156D6E32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28CFFB-A842-3A7D-29E1-DFBCE2766FE3}"/>
              </a:ext>
            </a:extLst>
          </p:cNvPr>
          <p:cNvSpPr>
            <a:spLocks noGrp="1"/>
          </p:cNvSpPr>
          <p:nvPr>
            <p:ph type="title"/>
          </p:nvPr>
        </p:nvSpPr>
        <p:spPr/>
        <p:txBody>
          <a:bodyPr>
            <a:normAutofit fontScale="90000"/>
          </a:bodyPr>
          <a:lstStyle/>
          <a:p>
            <a:r>
              <a:rPr lang="en-US" dirty="0"/>
              <a:t>Multimodal</a:t>
            </a:r>
          </a:p>
        </p:txBody>
      </p:sp>
      <p:sp>
        <p:nvSpPr>
          <p:cNvPr id="4" name="TextBox 3">
            <a:extLst>
              <a:ext uri="{FF2B5EF4-FFF2-40B4-BE49-F238E27FC236}">
                <a16:creationId xmlns:a16="http://schemas.microsoft.com/office/drawing/2014/main" id="{23664D81-8607-F23C-76F3-8ADC35F7B165}"/>
              </a:ext>
            </a:extLst>
          </p:cNvPr>
          <p:cNvSpPr txBox="1"/>
          <p:nvPr/>
        </p:nvSpPr>
        <p:spPr>
          <a:xfrm>
            <a:off x="564995" y="1159727"/>
            <a:ext cx="7473412" cy="4524315"/>
          </a:xfrm>
          <a:prstGeom prst="rect">
            <a:avLst/>
          </a:prstGeom>
          <a:noFill/>
        </p:spPr>
        <p:txBody>
          <a:bodyPr wrap="square" rtlCol="0">
            <a:spAutoFit/>
          </a:bodyPr>
          <a:lstStyle/>
          <a:p>
            <a:r>
              <a:rPr lang="ru-RU" b="1" dirty="0"/>
              <a:t>Мультимодальные архитектуры </a:t>
            </a:r>
            <a:r>
              <a:rPr lang="ru-RU" dirty="0"/>
              <a:t>— это классы моделей и вычислительных систем, которые могут одновременно принимать, обрабатывать и связывать данные из разных типов модальностей (текст, изображение, аудио, видео, сенсорные сигналы) в едином представлении, обеспечивая совместное понимание и генерацию контента.</a:t>
            </a:r>
            <a:endParaRPr lang="en-US" dirty="0"/>
          </a:p>
          <a:p>
            <a:endParaRPr lang="en-US" dirty="0"/>
          </a:p>
          <a:p>
            <a:r>
              <a:rPr lang="ru-RU" dirty="0"/>
              <a:t>Примеры задач</a:t>
            </a:r>
            <a:r>
              <a:rPr lang="en-US" dirty="0"/>
              <a:t>:</a:t>
            </a:r>
          </a:p>
          <a:p>
            <a:pPr marL="285750" indent="-285750">
              <a:buFont typeface="Arial" panose="020B0604020202020204" pitchFamily="34" charset="0"/>
              <a:buChar char="•"/>
            </a:pPr>
            <a:r>
              <a:rPr lang="ru-RU" b="1" dirty="0"/>
              <a:t>Генерация изображений и видео по текстовому </a:t>
            </a:r>
            <a:r>
              <a:rPr lang="ru-RU" b="1" dirty="0" err="1"/>
              <a:t>промпту</a:t>
            </a:r>
            <a:r>
              <a:rPr lang="ru-RU" b="1" dirty="0"/>
              <a:t> </a:t>
            </a:r>
            <a:r>
              <a:rPr lang="ru-RU" dirty="0"/>
              <a:t>(прошлая лекция)</a:t>
            </a:r>
          </a:p>
          <a:p>
            <a:pPr marL="285750" indent="-285750">
              <a:buFont typeface="Arial" panose="020B0604020202020204" pitchFamily="34" charset="0"/>
              <a:buChar char="•"/>
            </a:pPr>
            <a:r>
              <a:rPr lang="en-US" b="1" dirty="0"/>
              <a:t>OCR</a:t>
            </a:r>
            <a:r>
              <a:rPr lang="en-US" dirty="0"/>
              <a:t> (</a:t>
            </a:r>
            <a:r>
              <a:rPr lang="ru-RU" dirty="0"/>
              <a:t>распознавание символов на изображении)</a:t>
            </a:r>
          </a:p>
          <a:p>
            <a:pPr marL="285750" indent="-285750">
              <a:buFont typeface="Arial" panose="020B0604020202020204" pitchFamily="34" charset="0"/>
              <a:buChar char="•"/>
            </a:pPr>
            <a:r>
              <a:rPr lang="en-US" b="1" dirty="0"/>
              <a:t>IQA</a:t>
            </a:r>
            <a:r>
              <a:rPr lang="en-US" dirty="0"/>
              <a:t> (Image question answering)</a:t>
            </a:r>
          </a:p>
          <a:p>
            <a:pPr marL="285750"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pPr lvl="1"/>
            <a:endParaRPr lang="en-US" dirty="0"/>
          </a:p>
        </p:txBody>
      </p:sp>
    </p:spTree>
    <p:extLst>
      <p:ext uri="{BB962C8B-B14F-4D97-AF65-F5344CB8AC3E}">
        <p14:creationId xmlns:p14="http://schemas.microsoft.com/office/powerpoint/2010/main" val="908234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0699D-32BF-28F7-677B-B620D704714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75443E-CF34-0568-2777-4EC79075A7DC}"/>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CLIP</a:t>
            </a:r>
            <a:endParaRPr lang="ru-RU" sz="3000" dirty="0"/>
          </a:p>
        </p:txBody>
      </p:sp>
      <p:pic>
        <p:nvPicPr>
          <p:cNvPr id="5" name="Picture 2">
            <a:extLst>
              <a:ext uri="{FF2B5EF4-FFF2-40B4-BE49-F238E27FC236}">
                <a16:creationId xmlns:a16="http://schemas.microsoft.com/office/drawing/2014/main" id="{5566B064-CF87-32E1-2F70-B7F9F9109F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6015" y="957908"/>
            <a:ext cx="5251970" cy="372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748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DFAC2-7A0D-5A6C-3F10-E82108A64D4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B6D4AB-978D-84F6-ECFF-EB4C779F4141}"/>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Supervises approach vs CLIP</a:t>
            </a:r>
            <a:endParaRPr lang="ru-RU" sz="3000" dirty="0"/>
          </a:p>
        </p:txBody>
      </p:sp>
      <p:pic>
        <p:nvPicPr>
          <p:cNvPr id="2050" name="Picture 2" descr="A traditional supervised approach on the left, and contrastive approach on the right. The supervised approach works on individual input-output pairs (usually in the form of a mini-batch, but still a grouping of one to one pairs), while the contrastive approach pairs every possible pair together and tries to raise the closeness of positive pairs (highlighted in blue) and reduce the closeness of negative pairs.">
            <a:extLst>
              <a:ext uri="{FF2B5EF4-FFF2-40B4-BE49-F238E27FC236}">
                <a16:creationId xmlns:a16="http://schemas.microsoft.com/office/drawing/2014/main" id="{736B111F-D27A-CB97-8210-5CBEB439A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516" y="1386536"/>
            <a:ext cx="8387542" cy="2969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3672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CD1ED-E32A-C8BE-8F41-2815DAD9CA5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ED0D8D-1EE0-1E25-F2B5-EECF7318EEAD}"/>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CLIP loss function</a:t>
            </a:r>
            <a:endParaRPr lang="ru-RU" sz="3000" dirty="0"/>
          </a:p>
        </p:txBody>
      </p:sp>
      <p:pic>
        <p:nvPicPr>
          <p:cNvPr id="4" name="Рисунок 3">
            <a:extLst>
              <a:ext uri="{FF2B5EF4-FFF2-40B4-BE49-F238E27FC236}">
                <a16:creationId xmlns:a16="http://schemas.microsoft.com/office/drawing/2014/main" id="{38F79947-E552-15C0-2B6D-EAEA2F0E28B5}"/>
              </a:ext>
            </a:extLst>
          </p:cNvPr>
          <p:cNvPicPr>
            <a:picLocks noChangeAspect="1"/>
          </p:cNvPicPr>
          <p:nvPr/>
        </p:nvPicPr>
        <p:blipFill>
          <a:blip r:embed="rId2"/>
          <a:stretch>
            <a:fillRect/>
          </a:stretch>
        </p:blipFill>
        <p:spPr>
          <a:xfrm>
            <a:off x="457200" y="799158"/>
            <a:ext cx="3890692" cy="4037907"/>
          </a:xfrm>
          <a:prstGeom prst="rect">
            <a:avLst/>
          </a:prstGeom>
        </p:spPr>
      </p:pic>
      <p:pic>
        <p:nvPicPr>
          <p:cNvPr id="3074" name="Picture 2" descr="source">
            <a:extLst>
              <a:ext uri="{FF2B5EF4-FFF2-40B4-BE49-F238E27FC236}">
                <a16:creationId xmlns:a16="http://schemas.microsoft.com/office/drawing/2014/main" id="{5B23EF18-944B-2F50-2ED5-ADF5208FC4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1112" y="1777809"/>
            <a:ext cx="3981796" cy="142957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Прямая со стрелкой 5">
            <a:extLst>
              <a:ext uri="{FF2B5EF4-FFF2-40B4-BE49-F238E27FC236}">
                <a16:creationId xmlns:a16="http://schemas.microsoft.com/office/drawing/2014/main" id="{5C4D8649-B225-5D27-9B23-69EA4BC358BF}"/>
              </a:ext>
            </a:extLst>
          </p:cNvPr>
          <p:cNvCxnSpPr>
            <a:cxnSpLocks/>
            <a:endCxn id="3074" idx="1"/>
          </p:cNvCxnSpPr>
          <p:nvPr/>
        </p:nvCxnSpPr>
        <p:spPr>
          <a:xfrm flipV="1">
            <a:off x="2759825" y="2492597"/>
            <a:ext cx="2131287" cy="1098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0" name="Рисунок 9">
            <a:extLst>
              <a:ext uri="{FF2B5EF4-FFF2-40B4-BE49-F238E27FC236}">
                <a16:creationId xmlns:a16="http://schemas.microsoft.com/office/drawing/2014/main" id="{3F4FD7C7-2A17-253B-96A8-EC5861391859}"/>
              </a:ext>
            </a:extLst>
          </p:cNvPr>
          <p:cNvPicPr>
            <a:picLocks noChangeAspect="1"/>
          </p:cNvPicPr>
          <p:nvPr/>
        </p:nvPicPr>
        <p:blipFill>
          <a:blip r:embed="rId4"/>
          <a:srcRect t="13454"/>
          <a:stretch>
            <a:fillRect/>
          </a:stretch>
        </p:blipFill>
        <p:spPr>
          <a:xfrm>
            <a:off x="4856820" y="3591098"/>
            <a:ext cx="4016088" cy="1200349"/>
          </a:xfrm>
          <a:prstGeom prst="rect">
            <a:avLst/>
          </a:prstGeom>
        </p:spPr>
      </p:pic>
      <p:cxnSp>
        <p:nvCxnSpPr>
          <p:cNvPr id="11" name="Прямая со стрелкой 10">
            <a:extLst>
              <a:ext uri="{FF2B5EF4-FFF2-40B4-BE49-F238E27FC236}">
                <a16:creationId xmlns:a16="http://schemas.microsoft.com/office/drawing/2014/main" id="{6017CCBC-5D5C-A7B3-C6B7-21F9583254A6}"/>
              </a:ext>
            </a:extLst>
          </p:cNvPr>
          <p:cNvCxnSpPr>
            <a:cxnSpLocks/>
            <a:endCxn id="10" idx="1"/>
          </p:cNvCxnSpPr>
          <p:nvPr/>
        </p:nvCxnSpPr>
        <p:spPr>
          <a:xfrm flipV="1">
            <a:off x="3266381" y="4191273"/>
            <a:ext cx="1590439" cy="1302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314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34CEA-06F4-2A95-9B18-473D6D1FCE6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EF90C9-D8C0-4B5D-785B-462D7B88AAAE}"/>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CLIP </a:t>
            </a:r>
            <a:r>
              <a:rPr lang="ru-RU" sz="3000" dirty="0"/>
              <a:t>применение</a:t>
            </a:r>
            <a:r>
              <a:rPr lang="en-US" sz="3000" dirty="0"/>
              <a:t>: Image classification</a:t>
            </a:r>
            <a:endParaRPr lang="ru-RU" sz="3000" dirty="0"/>
          </a:p>
        </p:txBody>
      </p:sp>
      <p:pic>
        <p:nvPicPr>
          <p:cNvPr id="4100" name="Picture 4">
            <a:extLst>
              <a:ext uri="{FF2B5EF4-FFF2-40B4-BE49-F238E27FC236}">
                <a16:creationId xmlns:a16="http://schemas.microsoft.com/office/drawing/2014/main" id="{D3840ABF-B131-0E05-FD34-7204017E03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239" y="1225842"/>
            <a:ext cx="4968933" cy="31369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9136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8144F-F565-D46D-9663-B38BE6B2A8C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24A672EE-E255-11DB-33A5-DDBA06353F89}"/>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CLIP </a:t>
            </a:r>
            <a:r>
              <a:rPr lang="ru-RU" sz="3000" dirty="0"/>
              <a:t>результаты</a:t>
            </a:r>
          </a:p>
        </p:txBody>
      </p:sp>
      <p:pic>
        <p:nvPicPr>
          <p:cNvPr id="5122" name="Picture 2" descr="Comparing CLIP with a more traditional supervised model. Each of the models were trained on and perform well on ImageNet (a popular image classification dataset), but when exposed to similar datasets containing the same classes in different representations, the supervised model experiences a large degradation in performance, while CLIP does not. This implies that the representations in CLIP are more robust and generalizable than other methods. Source">
            <a:extLst>
              <a:ext uri="{FF2B5EF4-FFF2-40B4-BE49-F238E27FC236}">
                <a16:creationId xmlns:a16="http://schemas.microsoft.com/office/drawing/2014/main" id="{9878A32A-93CE-278A-7286-BBBEFAA761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085" y="979906"/>
            <a:ext cx="6234549" cy="3857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4492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305EB-CDC1-0A58-3C66-09F64F68C2C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1D73F3-33DB-B2B1-EDDF-6E010F3FDB45}"/>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CLIP </a:t>
            </a:r>
            <a:r>
              <a:rPr lang="ru-RU" sz="3000" dirty="0"/>
              <a:t>применение</a:t>
            </a:r>
            <a:r>
              <a:rPr lang="en-US" sz="3000" dirty="0"/>
              <a:t>: </a:t>
            </a:r>
            <a:r>
              <a:rPr lang="ru-RU" sz="3000" dirty="0"/>
              <a:t>другие примеры</a:t>
            </a:r>
          </a:p>
        </p:txBody>
      </p:sp>
      <p:sp>
        <p:nvSpPr>
          <p:cNvPr id="3" name="TextBox 2">
            <a:extLst>
              <a:ext uri="{FF2B5EF4-FFF2-40B4-BE49-F238E27FC236}">
                <a16:creationId xmlns:a16="http://schemas.microsoft.com/office/drawing/2014/main" id="{420F4D51-A630-8D87-64F2-B7A015562318}"/>
              </a:ext>
            </a:extLst>
          </p:cNvPr>
          <p:cNvSpPr txBox="1"/>
          <p:nvPr/>
        </p:nvSpPr>
        <p:spPr>
          <a:xfrm>
            <a:off x="457200" y="893719"/>
            <a:ext cx="7473412" cy="5016758"/>
          </a:xfrm>
          <a:prstGeom prst="rect">
            <a:avLst/>
          </a:prstGeom>
          <a:noFill/>
        </p:spPr>
        <p:txBody>
          <a:bodyPr wrap="square" rtlCol="0">
            <a:spAutoFit/>
          </a:bodyPr>
          <a:lstStyle/>
          <a:p>
            <a:r>
              <a:rPr lang="ru-RU" sz="1600" b="1" dirty="0"/>
              <a:t>Использование 2: Поиск изображений</a:t>
            </a:r>
          </a:p>
          <a:p>
            <a:r>
              <a:rPr lang="ru-RU" sz="1600" dirty="0"/>
              <a:t>Аналогично тому, как мы строим классификатор изображений, мы можем передать фразу в текстовый энкодер, несколько изображений — в энкодер изображений, вычислить скалярное произведение и </a:t>
            </a:r>
            <a:r>
              <a:rPr lang="ru-RU" sz="1600" dirty="0" err="1"/>
              <a:t>softmax</a:t>
            </a:r>
            <a:r>
              <a:rPr lang="ru-RU" sz="1600" dirty="0"/>
              <a:t>, и таким образом получить вероятность того, какое изображение наиболее соответствует заданному тексту.</a:t>
            </a:r>
          </a:p>
          <a:p>
            <a:br>
              <a:rPr lang="ru-RU" sz="1600" dirty="0"/>
            </a:br>
            <a:endParaRPr lang="ru-RU" sz="1600" dirty="0"/>
          </a:p>
          <a:p>
            <a:r>
              <a:rPr lang="ru-RU" sz="1600" b="1" dirty="0"/>
              <a:t>Использование 3: Энкодер изображений</a:t>
            </a:r>
          </a:p>
          <a:p>
            <a:r>
              <a:rPr lang="ru-RU" sz="1600" dirty="0"/>
              <a:t>Поскольку CLIP хорошо представляет содержание изображений в целом, мы можем использовать энкодер изображений для последующих задач (</a:t>
            </a:r>
            <a:r>
              <a:rPr lang="ru-RU" sz="1600" dirty="0" err="1"/>
              <a:t>downstream</a:t>
            </a:r>
            <a:r>
              <a:rPr lang="ru-RU" sz="1600" dirty="0"/>
              <a:t> </a:t>
            </a:r>
            <a:r>
              <a:rPr lang="ru-RU" sz="1600" dirty="0" err="1"/>
              <a:t>tasks</a:t>
            </a:r>
            <a:r>
              <a:rPr lang="ru-RU" sz="1600" dirty="0"/>
              <a:t>). </a:t>
            </a:r>
            <a:br>
              <a:rPr lang="ru-RU" sz="1600" dirty="0"/>
            </a:br>
            <a:endParaRPr lang="ru-RU" sz="1600" dirty="0"/>
          </a:p>
          <a:p>
            <a:r>
              <a:rPr lang="ru-RU" sz="1600" b="1" dirty="0"/>
              <a:t>Использование 4: Текстовый энкодер</a:t>
            </a:r>
          </a:p>
          <a:p>
            <a:r>
              <a:rPr lang="ru-RU" sz="1600" dirty="0"/>
              <a:t>Поскольку CLIP хорошо понимает, какие аспекты языковой фразы важны для изображений, мы можем использовать текстовый энкодер для последующих задач.</a:t>
            </a:r>
          </a:p>
          <a:p>
            <a:pPr marL="285750"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a:p>
          <a:p>
            <a:pPr marL="742950" lvl="1" indent="-285750">
              <a:buFont typeface="Arial" panose="020B0604020202020204" pitchFamily="34" charset="0"/>
              <a:buChar char="•"/>
            </a:pPr>
            <a:endParaRPr lang="en-US" sz="1600" dirty="0"/>
          </a:p>
          <a:p>
            <a:pPr lvl="1"/>
            <a:endParaRPr lang="en-US" sz="1600" dirty="0"/>
          </a:p>
        </p:txBody>
      </p:sp>
    </p:spTree>
    <p:extLst>
      <p:ext uri="{BB962C8B-B14F-4D97-AF65-F5344CB8AC3E}">
        <p14:creationId xmlns:p14="http://schemas.microsoft.com/office/powerpoint/2010/main" val="20040334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0C389-DF74-8DB8-6888-97F10A75DC7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5DBC3E-6AC7-A1F1-6690-8D77A3D54AD4}"/>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BLIP</a:t>
            </a:r>
            <a:endParaRPr lang="ru-RU" sz="3000" dirty="0"/>
          </a:p>
        </p:txBody>
      </p:sp>
      <p:pic>
        <p:nvPicPr>
          <p:cNvPr id="6146" name="Picture 2">
            <a:extLst>
              <a:ext uri="{FF2B5EF4-FFF2-40B4-BE49-F238E27FC236}">
                <a16:creationId xmlns:a16="http://schemas.microsoft.com/office/drawing/2014/main" id="{AF3AA3ED-CBFB-7525-FF32-4FC9F08DA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643" y="957176"/>
            <a:ext cx="6885683" cy="322914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8F50719-5CC9-B80E-9F53-6A61CCB03C01}"/>
              </a:ext>
            </a:extLst>
          </p:cNvPr>
          <p:cNvSpPr txBox="1"/>
          <p:nvPr/>
        </p:nvSpPr>
        <p:spPr>
          <a:xfrm>
            <a:off x="1388225" y="4338977"/>
            <a:ext cx="7473412" cy="584775"/>
          </a:xfrm>
          <a:prstGeom prst="rect">
            <a:avLst/>
          </a:prstGeom>
          <a:noFill/>
        </p:spPr>
        <p:txBody>
          <a:bodyPr wrap="square" rtlCol="0">
            <a:spAutoFit/>
          </a:bodyPr>
          <a:lstStyle/>
          <a:p>
            <a:pPr lvl="1"/>
            <a:r>
              <a:rPr lang="ru-RU" sz="1600" dirty="0"/>
              <a:t>Состоит из </a:t>
            </a:r>
            <a:r>
              <a:rPr lang="en-US" sz="1600" b="1" dirty="0"/>
              <a:t>Image Encoder </a:t>
            </a:r>
            <a:r>
              <a:rPr lang="ru-RU" sz="1600" b="1" dirty="0"/>
              <a:t>и </a:t>
            </a:r>
            <a:r>
              <a:rPr lang="en-US" sz="1600" b="1" dirty="0"/>
              <a:t>Text Encoder </a:t>
            </a:r>
            <a:r>
              <a:rPr lang="en-US" sz="1600" dirty="0"/>
              <a:t>– </a:t>
            </a:r>
            <a:r>
              <a:rPr lang="ru-RU" sz="1600" dirty="0"/>
              <a:t>также как и </a:t>
            </a:r>
            <a:r>
              <a:rPr lang="en-US" sz="1600" dirty="0"/>
              <a:t>CLIP</a:t>
            </a:r>
          </a:p>
          <a:p>
            <a:pPr lvl="1"/>
            <a:r>
              <a:rPr lang="ru-RU" sz="1600" dirty="0"/>
              <a:t>Но во время обучения используются три </a:t>
            </a:r>
            <a:r>
              <a:rPr lang="en-US" sz="1600" dirty="0"/>
              <a:t>loss function: </a:t>
            </a:r>
            <a:r>
              <a:rPr lang="en-US" sz="1600" b="1" dirty="0"/>
              <a:t>ITC, ITM, LM</a:t>
            </a:r>
          </a:p>
        </p:txBody>
      </p:sp>
    </p:spTree>
    <p:extLst>
      <p:ext uri="{BB962C8B-B14F-4D97-AF65-F5344CB8AC3E}">
        <p14:creationId xmlns:p14="http://schemas.microsoft.com/office/powerpoint/2010/main" val="226722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5387A-F690-E190-DC8B-7428D8A9930D}"/>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7D5477-F225-FF6A-3C04-D8A7B5B5A4F1}"/>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BLIP: ITC loss</a:t>
            </a:r>
            <a:endParaRPr lang="ru-RU" sz="3000" dirty="0"/>
          </a:p>
        </p:txBody>
      </p:sp>
      <p:pic>
        <p:nvPicPr>
          <p:cNvPr id="7170" name="Picture 2">
            <a:extLst>
              <a:ext uri="{FF2B5EF4-FFF2-40B4-BE49-F238E27FC236}">
                <a16:creationId xmlns:a16="http://schemas.microsoft.com/office/drawing/2014/main" id="{18A6E27B-C805-7CAF-06FD-02907BF87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344584"/>
            <a:ext cx="4038600" cy="308610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Language Understanding with BERT">
            <a:extLst>
              <a:ext uri="{FF2B5EF4-FFF2-40B4-BE49-F238E27FC236}">
                <a16:creationId xmlns:a16="http://schemas.microsoft.com/office/drawing/2014/main" id="{F8AE8711-DE61-61D8-1980-D436D52358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1623" y="1103274"/>
            <a:ext cx="4021028" cy="1681711"/>
          </a:xfrm>
          <a:prstGeom prst="rect">
            <a:avLst/>
          </a:prstGeom>
          <a:noFill/>
          <a:extLst>
            <a:ext uri="{909E8E84-426E-40DD-AFC4-6F175D3DCCD1}">
              <a14:hiddenFill xmlns:a14="http://schemas.microsoft.com/office/drawing/2010/main">
                <a:solidFill>
                  <a:srgbClr val="FFFFFF"/>
                </a:solidFill>
              </a14:hiddenFill>
            </a:ext>
          </a:extLst>
        </p:spPr>
      </p:pic>
      <p:cxnSp>
        <p:nvCxnSpPr>
          <p:cNvPr id="4" name="Прямая со стрелкой 3">
            <a:extLst>
              <a:ext uri="{FF2B5EF4-FFF2-40B4-BE49-F238E27FC236}">
                <a16:creationId xmlns:a16="http://schemas.microsoft.com/office/drawing/2014/main" id="{66437D5C-C8D3-4E20-F388-E416DD28006B}"/>
              </a:ext>
            </a:extLst>
          </p:cNvPr>
          <p:cNvCxnSpPr>
            <a:cxnSpLocks/>
            <a:endCxn id="5" idx="1"/>
          </p:cNvCxnSpPr>
          <p:nvPr/>
        </p:nvCxnSpPr>
        <p:spPr>
          <a:xfrm flipV="1">
            <a:off x="3308465" y="1903789"/>
            <a:ext cx="1064272" cy="77350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 name="Прямоугольник 4">
            <a:extLst>
              <a:ext uri="{FF2B5EF4-FFF2-40B4-BE49-F238E27FC236}">
                <a16:creationId xmlns:a16="http://schemas.microsoft.com/office/drawing/2014/main" id="{7D2A2AC3-202D-0575-CCD7-57C1B89A402C}"/>
              </a:ext>
            </a:extLst>
          </p:cNvPr>
          <p:cNvSpPr/>
          <p:nvPr/>
        </p:nvSpPr>
        <p:spPr>
          <a:xfrm>
            <a:off x="4372737" y="833719"/>
            <a:ext cx="4333102" cy="2140140"/>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AC034FF-FCC0-BAA5-45AE-9AB9186D7949}"/>
              </a:ext>
            </a:extLst>
          </p:cNvPr>
          <p:cNvSpPr txBox="1"/>
          <p:nvPr/>
        </p:nvSpPr>
        <p:spPr>
          <a:xfrm>
            <a:off x="4204854" y="833719"/>
            <a:ext cx="7473412" cy="338554"/>
          </a:xfrm>
          <a:prstGeom prst="rect">
            <a:avLst/>
          </a:prstGeom>
          <a:noFill/>
        </p:spPr>
        <p:txBody>
          <a:bodyPr wrap="square" rtlCol="0">
            <a:spAutoFit/>
          </a:bodyPr>
          <a:lstStyle/>
          <a:p>
            <a:pPr lvl="1"/>
            <a:r>
              <a:rPr lang="en-US" sz="1600" b="1" dirty="0"/>
              <a:t>Bi self-Attention vs Masked self-Attention</a:t>
            </a:r>
          </a:p>
        </p:txBody>
      </p:sp>
      <p:sp>
        <p:nvSpPr>
          <p:cNvPr id="9" name="TextBox 8">
            <a:extLst>
              <a:ext uri="{FF2B5EF4-FFF2-40B4-BE49-F238E27FC236}">
                <a16:creationId xmlns:a16="http://schemas.microsoft.com/office/drawing/2014/main" id="{CBC333AB-FD43-A71B-0740-71BF0DF760F5}"/>
              </a:ext>
            </a:extLst>
          </p:cNvPr>
          <p:cNvSpPr txBox="1"/>
          <p:nvPr/>
        </p:nvSpPr>
        <p:spPr>
          <a:xfrm>
            <a:off x="4281055" y="3121530"/>
            <a:ext cx="4588625" cy="1815882"/>
          </a:xfrm>
          <a:prstGeom prst="rect">
            <a:avLst/>
          </a:prstGeom>
          <a:noFill/>
        </p:spPr>
        <p:txBody>
          <a:bodyPr wrap="square" rtlCol="0">
            <a:spAutoFit/>
          </a:bodyPr>
          <a:lstStyle/>
          <a:p>
            <a:r>
              <a:rPr lang="ru-RU" sz="1600" b="1" dirty="0"/>
              <a:t>ITC </a:t>
            </a:r>
            <a:r>
              <a:rPr lang="ru-RU" sz="1600" b="1" dirty="0" err="1"/>
              <a:t>loss</a:t>
            </a:r>
            <a:r>
              <a:rPr lang="ru-RU" sz="1600" b="1" dirty="0"/>
              <a:t> — это тот же </a:t>
            </a:r>
            <a:r>
              <a:rPr lang="ru-RU" sz="1600" b="1" dirty="0" err="1"/>
              <a:t>контрастивный</a:t>
            </a:r>
            <a:r>
              <a:rPr lang="ru-RU" sz="1600" b="1" dirty="0"/>
              <a:t> </a:t>
            </a:r>
            <a:r>
              <a:rPr lang="ru-RU" sz="1600" b="1" dirty="0" err="1"/>
              <a:t>лосс</a:t>
            </a:r>
            <a:r>
              <a:rPr lang="ru-RU" sz="1600" b="1" dirty="0"/>
              <a:t>, который используется в CLIP. </a:t>
            </a:r>
          </a:p>
          <a:p>
            <a:endParaRPr lang="ru-RU" sz="1600" dirty="0"/>
          </a:p>
          <a:p>
            <a:r>
              <a:rPr lang="ru-RU" sz="1600" dirty="0"/>
              <a:t>Его цель — максимизировать сходство (скалярное произведение) </a:t>
            </a:r>
            <a:r>
              <a:rPr lang="ru-RU" sz="1600" dirty="0" err="1"/>
              <a:t>эмбеддингов</a:t>
            </a:r>
            <a:r>
              <a:rPr lang="ru-RU" sz="1600" dirty="0"/>
              <a:t> изображений и текстов для правильных пар и минимизировать его для несоответствующих.</a:t>
            </a:r>
          </a:p>
        </p:txBody>
      </p:sp>
    </p:spTree>
    <p:extLst>
      <p:ext uri="{BB962C8B-B14F-4D97-AF65-F5344CB8AC3E}">
        <p14:creationId xmlns:p14="http://schemas.microsoft.com/office/powerpoint/2010/main" val="265739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FD983-775D-15BF-AD14-1334DF7C4EC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6D6887-9550-EA42-0B8B-CA049E609471}"/>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BLIP: ITM loss</a:t>
            </a:r>
            <a:endParaRPr lang="ru-RU" sz="3000" dirty="0"/>
          </a:p>
        </p:txBody>
      </p:sp>
      <p:sp>
        <p:nvSpPr>
          <p:cNvPr id="5" name="Прямоугольник 4">
            <a:extLst>
              <a:ext uri="{FF2B5EF4-FFF2-40B4-BE49-F238E27FC236}">
                <a16:creationId xmlns:a16="http://schemas.microsoft.com/office/drawing/2014/main" id="{D2949AED-515D-8305-5ABF-5D0C4EB4E958}"/>
              </a:ext>
            </a:extLst>
          </p:cNvPr>
          <p:cNvSpPr/>
          <p:nvPr/>
        </p:nvSpPr>
        <p:spPr>
          <a:xfrm>
            <a:off x="4399472" y="482138"/>
            <a:ext cx="2711436" cy="2491721"/>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C4E5ED1-C235-8B45-3C1B-CD246FE4DA4A}"/>
              </a:ext>
            </a:extLst>
          </p:cNvPr>
          <p:cNvSpPr txBox="1"/>
          <p:nvPr/>
        </p:nvSpPr>
        <p:spPr>
          <a:xfrm>
            <a:off x="4281055" y="3121530"/>
            <a:ext cx="4588625" cy="1815882"/>
          </a:xfrm>
          <a:prstGeom prst="rect">
            <a:avLst/>
          </a:prstGeom>
          <a:noFill/>
        </p:spPr>
        <p:txBody>
          <a:bodyPr wrap="square" rtlCol="0">
            <a:spAutoFit/>
          </a:bodyPr>
          <a:lstStyle/>
          <a:p>
            <a:r>
              <a:rPr lang="ru-RU" sz="1600" b="1" dirty="0"/>
              <a:t>ITM </a:t>
            </a:r>
            <a:r>
              <a:rPr lang="ru-RU" sz="1600" b="1" dirty="0" err="1"/>
              <a:t>loss</a:t>
            </a:r>
            <a:r>
              <a:rPr lang="ru-RU" sz="1600" b="1" dirty="0"/>
              <a:t> — это функция потерь для задачи бинарной классификации, которая определяет, соответствует ли текст изображению. </a:t>
            </a:r>
          </a:p>
          <a:p>
            <a:endParaRPr lang="ru-RU" sz="1600" b="1" dirty="0"/>
          </a:p>
          <a:p>
            <a:r>
              <a:rPr lang="ru-RU" sz="1600" dirty="0"/>
              <a:t>Модель получает текстовый энкодер с кросс-</a:t>
            </a:r>
            <a:r>
              <a:rPr lang="ru-RU" sz="1600" dirty="0" err="1"/>
              <a:t>аттеншеном</a:t>
            </a:r>
            <a:r>
              <a:rPr lang="ru-RU" sz="1600" dirty="0"/>
              <a:t> к визуальным признакам, после чего должна выдать “</a:t>
            </a:r>
            <a:r>
              <a:rPr lang="ru-RU" sz="1600" dirty="0" err="1"/>
              <a:t>match</a:t>
            </a:r>
            <a:r>
              <a:rPr lang="ru-RU" sz="1600" dirty="0"/>
              <a:t> / </a:t>
            </a:r>
            <a:r>
              <a:rPr lang="ru-RU" sz="1600" dirty="0" err="1"/>
              <a:t>no</a:t>
            </a:r>
            <a:r>
              <a:rPr lang="ru-RU" sz="1600" dirty="0"/>
              <a:t> </a:t>
            </a:r>
            <a:r>
              <a:rPr lang="ru-RU" sz="1600" dirty="0" err="1"/>
              <a:t>match</a:t>
            </a:r>
            <a:r>
              <a:rPr lang="ru-RU" sz="1600" dirty="0"/>
              <a:t>”.</a:t>
            </a:r>
          </a:p>
        </p:txBody>
      </p:sp>
      <p:pic>
        <p:nvPicPr>
          <p:cNvPr id="8194" name="Picture 2">
            <a:extLst>
              <a:ext uri="{FF2B5EF4-FFF2-40B4-BE49-F238E27FC236}">
                <a16:creationId xmlns:a16="http://schemas.microsoft.com/office/drawing/2014/main" id="{6FB8D106-A5BF-7269-921D-3653B67668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67" y="1203835"/>
            <a:ext cx="4038600" cy="31623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diagram">
            <a:extLst>
              <a:ext uri="{FF2B5EF4-FFF2-40B4-BE49-F238E27FC236}">
                <a16:creationId xmlns:a16="http://schemas.microsoft.com/office/drawing/2014/main" id="{FFFDF1A1-3494-F5AC-8E0E-FC9F341739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9817" y="547680"/>
            <a:ext cx="2641091" cy="2426179"/>
          </a:xfrm>
          <a:prstGeom prst="rect">
            <a:avLst/>
          </a:prstGeom>
          <a:noFill/>
          <a:extLst>
            <a:ext uri="{909E8E84-426E-40DD-AFC4-6F175D3DCCD1}">
              <a14:hiddenFill xmlns:a14="http://schemas.microsoft.com/office/drawing/2010/main">
                <a:solidFill>
                  <a:srgbClr val="FFFFFF"/>
                </a:solidFill>
              </a14:hiddenFill>
            </a:ext>
          </a:extLst>
        </p:spPr>
      </p:pic>
      <p:cxnSp>
        <p:nvCxnSpPr>
          <p:cNvPr id="3" name="Прямая со стрелкой 2">
            <a:extLst>
              <a:ext uri="{FF2B5EF4-FFF2-40B4-BE49-F238E27FC236}">
                <a16:creationId xmlns:a16="http://schemas.microsoft.com/office/drawing/2014/main" id="{9381E164-2381-CD9D-8783-F055E712771F}"/>
              </a:ext>
            </a:extLst>
          </p:cNvPr>
          <p:cNvCxnSpPr>
            <a:cxnSpLocks/>
          </p:cNvCxnSpPr>
          <p:nvPr/>
        </p:nvCxnSpPr>
        <p:spPr>
          <a:xfrm flipV="1">
            <a:off x="3399905" y="2344189"/>
            <a:ext cx="972832" cy="2275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3060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1DF6F-31A8-A5DC-B337-14D047CC893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D42E5A2-B78B-45AA-9605-3954DF1F9228}"/>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BLIP: LM loss</a:t>
            </a:r>
            <a:endParaRPr lang="ru-RU" sz="3000" dirty="0"/>
          </a:p>
        </p:txBody>
      </p:sp>
      <p:sp>
        <p:nvSpPr>
          <p:cNvPr id="9" name="TextBox 8">
            <a:extLst>
              <a:ext uri="{FF2B5EF4-FFF2-40B4-BE49-F238E27FC236}">
                <a16:creationId xmlns:a16="http://schemas.microsoft.com/office/drawing/2014/main" id="{DE0435CD-E4B8-94E1-81A0-D2A990232ABB}"/>
              </a:ext>
            </a:extLst>
          </p:cNvPr>
          <p:cNvSpPr txBox="1"/>
          <p:nvPr/>
        </p:nvSpPr>
        <p:spPr>
          <a:xfrm>
            <a:off x="4281055" y="1458985"/>
            <a:ext cx="4588625" cy="2554545"/>
          </a:xfrm>
          <a:prstGeom prst="rect">
            <a:avLst/>
          </a:prstGeom>
          <a:noFill/>
        </p:spPr>
        <p:txBody>
          <a:bodyPr wrap="square" rtlCol="0">
            <a:spAutoFit/>
          </a:bodyPr>
          <a:lstStyle/>
          <a:p>
            <a:r>
              <a:rPr lang="ru-RU" sz="1600" b="1" dirty="0"/>
              <a:t>LM </a:t>
            </a:r>
            <a:r>
              <a:rPr lang="ru-RU" sz="1600" b="1" dirty="0" err="1"/>
              <a:t>loss</a:t>
            </a:r>
            <a:r>
              <a:rPr lang="ru-RU" sz="1600" b="1" dirty="0"/>
              <a:t> — это языковая функция потерь (Language </a:t>
            </a:r>
            <a:r>
              <a:rPr lang="ru-RU" sz="1600" b="1" dirty="0" err="1"/>
              <a:t>Modeling</a:t>
            </a:r>
            <a:r>
              <a:rPr lang="ru-RU" sz="1600" b="1" dirty="0"/>
              <a:t> </a:t>
            </a:r>
            <a:r>
              <a:rPr lang="ru-RU" sz="1600" b="1" dirty="0" err="1"/>
              <a:t>Loss</a:t>
            </a:r>
            <a:r>
              <a:rPr lang="ru-RU" sz="1600" b="1" dirty="0"/>
              <a:t>), которая обучает модель генерировать корректный текст, условный на изображении. </a:t>
            </a:r>
          </a:p>
          <a:p>
            <a:endParaRPr lang="ru-RU" sz="1600" dirty="0"/>
          </a:p>
          <a:p>
            <a:r>
              <a:rPr lang="ru-RU" sz="1600" dirty="0"/>
              <a:t>Модель получает визуальные признаки и предшествующий текст, после чего предсказывает следующий токен в последовательности. </a:t>
            </a:r>
            <a:r>
              <a:rPr lang="ru-RU" sz="1600" dirty="0" err="1"/>
              <a:t>Лосс</a:t>
            </a:r>
            <a:r>
              <a:rPr lang="ru-RU" sz="1600" dirty="0"/>
              <a:t> рассчитывается как кросс-энтропия по предсказанному распределению токенов.</a:t>
            </a:r>
          </a:p>
        </p:txBody>
      </p:sp>
      <p:pic>
        <p:nvPicPr>
          <p:cNvPr id="9218" name="Picture 2">
            <a:extLst>
              <a:ext uri="{FF2B5EF4-FFF2-40B4-BE49-F238E27FC236}">
                <a16:creationId xmlns:a16="http://schemas.microsoft.com/office/drawing/2014/main" id="{41281736-CF54-8CC3-9EC3-FF87AD1F10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305" y="1383499"/>
            <a:ext cx="4095750"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2052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41D8-EA81-A187-61AE-302AAF72B98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5F705E2-633D-7FDA-4A08-CBD46F15E714}"/>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BLIP: </a:t>
            </a:r>
            <a:r>
              <a:rPr lang="ru-RU" sz="3000" dirty="0"/>
              <a:t>применение</a:t>
            </a:r>
          </a:p>
        </p:txBody>
      </p:sp>
      <p:sp>
        <p:nvSpPr>
          <p:cNvPr id="9" name="TextBox 8">
            <a:extLst>
              <a:ext uri="{FF2B5EF4-FFF2-40B4-BE49-F238E27FC236}">
                <a16:creationId xmlns:a16="http://schemas.microsoft.com/office/drawing/2014/main" id="{08C408FA-F36B-1C86-F74F-381CE751CD8E}"/>
              </a:ext>
            </a:extLst>
          </p:cNvPr>
          <p:cNvSpPr txBox="1"/>
          <p:nvPr/>
        </p:nvSpPr>
        <p:spPr>
          <a:xfrm>
            <a:off x="515390" y="1109851"/>
            <a:ext cx="7680959" cy="2308324"/>
          </a:xfrm>
          <a:prstGeom prst="rect">
            <a:avLst/>
          </a:prstGeom>
          <a:noFill/>
        </p:spPr>
        <p:txBody>
          <a:bodyPr wrap="square" rtlCol="0">
            <a:spAutoFit/>
          </a:bodyPr>
          <a:lstStyle/>
          <a:p>
            <a:pPr fontAlgn="base"/>
            <a:r>
              <a:rPr lang="ru-RU" b="1" dirty="0"/>
              <a:t>Подписи к изображениям:</a:t>
            </a:r>
            <a:r>
              <a:rPr lang="ru-RU" dirty="0"/>
              <a:t> создание описаний изображений на естественном языке.</a:t>
            </a:r>
          </a:p>
          <a:p>
            <a:pPr fontAlgn="base"/>
            <a:r>
              <a:rPr lang="ru-RU" b="1" dirty="0"/>
              <a:t>Визуальные ответы на вопросы (VQA):</a:t>
            </a:r>
            <a:r>
              <a:rPr lang="ru-RU" dirty="0"/>
              <a:t> ответы на вопросы в свободной форме о содержании изображения.</a:t>
            </a:r>
          </a:p>
          <a:p>
            <a:pPr fontAlgn="base"/>
            <a:r>
              <a:rPr lang="ru-RU" b="1" dirty="0"/>
              <a:t>Кросс-модальный поиск:</a:t>
            </a:r>
            <a:r>
              <a:rPr lang="ru-RU" dirty="0"/>
              <a:t> поиск изображений на основе текстовых запросов и наоборот.</a:t>
            </a:r>
          </a:p>
          <a:p>
            <a:pPr fontAlgn="base"/>
            <a:r>
              <a:rPr lang="ru-RU" b="1" dirty="0"/>
              <a:t>Понимание обоснованного языка:</a:t>
            </a:r>
            <a:r>
              <a:rPr lang="ru-RU" dirty="0"/>
              <a:t> связывание слов или фраз с определенными областями на изображении.</a:t>
            </a:r>
          </a:p>
        </p:txBody>
      </p:sp>
    </p:spTree>
    <p:extLst>
      <p:ext uri="{BB962C8B-B14F-4D97-AF65-F5344CB8AC3E}">
        <p14:creationId xmlns:p14="http://schemas.microsoft.com/office/powerpoint/2010/main" val="4026594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5070C-E604-62C1-514C-05365B2AC20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DD1CACF-2EE7-DC21-2457-21AB255AEF63}"/>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BLIP-2</a:t>
            </a:r>
            <a:endParaRPr lang="ru-RU" sz="3000" dirty="0"/>
          </a:p>
        </p:txBody>
      </p:sp>
      <p:pic>
        <p:nvPicPr>
          <p:cNvPr id="10242" name="Picture 2">
            <a:extLst>
              <a:ext uri="{FF2B5EF4-FFF2-40B4-BE49-F238E27FC236}">
                <a16:creationId xmlns:a16="http://schemas.microsoft.com/office/drawing/2014/main" id="{90FBA660-20B4-0727-D151-5050D55A8C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792" y="962444"/>
            <a:ext cx="6253683" cy="28302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3ABFB53-E91A-3CCA-2462-EA5D4F3DEDCF}"/>
              </a:ext>
            </a:extLst>
          </p:cNvPr>
          <p:cNvSpPr txBox="1"/>
          <p:nvPr/>
        </p:nvSpPr>
        <p:spPr>
          <a:xfrm>
            <a:off x="931026" y="3896308"/>
            <a:ext cx="7680959" cy="1200329"/>
          </a:xfrm>
          <a:prstGeom prst="rect">
            <a:avLst/>
          </a:prstGeom>
          <a:noFill/>
        </p:spPr>
        <p:txBody>
          <a:bodyPr wrap="square" rtlCol="0">
            <a:spAutoFit/>
          </a:bodyPr>
          <a:lstStyle/>
          <a:p>
            <a:pPr fontAlgn="base"/>
            <a:r>
              <a:rPr lang="ru-RU" dirty="0"/>
              <a:t>В </a:t>
            </a:r>
            <a:r>
              <a:rPr lang="en-US" dirty="0"/>
              <a:t>BLIP </a:t>
            </a:r>
            <a:r>
              <a:rPr lang="ru-RU" dirty="0"/>
              <a:t>нужно было совместно обучать </a:t>
            </a:r>
            <a:r>
              <a:rPr lang="en-US" dirty="0"/>
              <a:t>Image Encoder </a:t>
            </a:r>
            <a:r>
              <a:rPr lang="ru-RU" dirty="0"/>
              <a:t>и </a:t>
            </a:r>
            <a:r>
              <a:rPr lang="en-US" dirty="0"/>
              <a:t>LLM – </a:t>
            </a:r>
            <a:r>
              <a:rPr lang="ru-RU" dirty="0"/>
              <a:t>что очень дорого. </a:t>
            </a:r>
            <a:r>
              <a:rPr lang="en-US" dirty="0"/>
              <a:t>BLIP-2 </a:t>
            </a:r>
            <a:r>
              <a:rPr lang="ru-RU" dirty="0"/>
              <a:t>позволяет взять два независимых </a:t>
            </a:r>
            <a:r>
              <a:rPr lang="en-US" dirty="0"/>
              <a:t>Image Encoder, LLM </a:t>
            </a:r>
            <a:r>
              <a:rPr lang="ru-RU" dirty="0"/>
              <a:t>и очень дешево сделать из них мультимодальную архитектуру. Во время обучения</a:t>
            </a:r>
            <a:r>
              <a:rPr lang="en-US" dirty="0"/>
              <a:t>,</a:t>
            </a:r>
            <a:r>
              <a:rPr lang="ru-RU" dirty="0"/>
              <a:t> обучая только </a:t>
            </a:r>
            <a:r>
              <a:rPr lang="en-US" b="1" dirty="0"/>
              <a:t>Q-former</a:t>
            </a:r>
            <a:r>
              <a:rPr lang="en-US" dirty="0"/>
              <a:t> </a:t>
            </a:r>
            <a:r>
              <a:rPr lang="ru-RU" dirty="0"/>
              <a:t>и </a:t>
            </a:r>
            <a:r>
              <a:rPr lang="ru-RU" b="1" dirty="0"/>
              <a:t>вектора </a:t>
            </a:r>
            <a:r>
              <a:rPr lang="en-US" b="1" dirty="0"/>
              <a:t>queries</a:t>
            </a:r>
            <a:endParaRPr lang="ru-RU" b="1" dirty="0"/>
          </a:p>
        </p:txBody>
      </p:sp>
    </p:spTree>
    <p:extLst>
      <p:ext uri="{BB962C8B-B14F-4D97-AF65-F5344CB8AC3E}">
        <p14:creationId xmlns:p14="http://schemas.microsoft.com/office/powerpoint/2010/main" val="1830556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6BB7E-EF47-C35E-FEF3-9B65F30E6F9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AB11B8-6773-F262-FDBB-980CF43B68D8}"/>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BLIP-2: </a:t>
            </a:r>
            <a:r>
              <a:rPr lang="ru-RU" sz="3000" dirty="0"/>
              <a:t>как обучается</a:t>
            </a:r>
          </a:p>
        </p:txBody>
      </p:sp>
      <p:sp>
        <p:nvSpPr>
          <p:cNvPr id="4" name="TextBox 3">
            <a:extLst>
              <a:ext uri="{FF2B5EF4-FFF2-40B4-BE49-F238E27FC236}">
                <a16:creationId xmlns:a16="http://schemas.microsoft.com/office/drawing/2014/main" id="{DA45BE3F-0CAD-F836-8D28-D68C3ADC8530}"/>
              </a:ext>
            </a:extLst>
          </p:cNvPr>
          <p:cNvSpPr txBox="1"/>
          <p:nvPr/>
        </p:nvSpPr>
        <p:spPr>
          <a:xfrm>
            <a:off x="731520" y="3061875"/>
            <a:ext cx="7680959" cy="1754326"/>
          </a:xfrm>
          <a:prstGeom prst="rect">
            <a:avLst/>
          </a:prstGeom>
          <a:noFill/>
        </p:spPr>
        <p:txBody>
          <a:bodyPr wrap="square" rtlCol="0">
            <a:spAutoFit/>
          </a:bodyPr>
          <a:lstStyle/>
          <a:p>
            <a:pPr fontAlgn="base"/>
            <a:r>
              <a:rPr lang="en-US" b="1" dirty="0"/>
              <a:t>Q-Former – </a:t>
            </a:r>
            <a:r>
              <a:rPr lang="ru-RU" dirty="0"/>
              <a:t>небольшой трансформер состоящий из нескольких слоёв</a:t>
            </a:r>
          </a:p>
          <a:p>
            <a:pPr fontAlgn="base"/>
            <a:r>
              <a:rPr lang="en-US" b="1" dirty="0"/>
              <a:t>Learned Queries – </a:t>
            </a:r>
            <a:r>
              <a:rPr lang="ru-RU" dirty="0"/>
              <a:t>набор векторов, которые обучаемые </a:t>
            </a:r>
            <a:r>
              <a:rPr lang="en-US" dirty="0"/>
              <a:t>(</a:t>
            </a:r>
            <a:r>
              <a:rPr lang="ru-RU" dirty="0"/>
              <a:t>по смыслу являются адаптерами между текстом и изображением)</a:t>
            </a:r>
          </a:p>
          <a:p>
            <a:pPr fontAlgn="base"/>
            <a:endParaRPr lang="ru-RU" dirty="0"/>
          </a:p>
          <a:p>
            <a:pPr fontAlgn="base"/>
            <a:r>
              <a:rPr lang="ru-RU" dirty="0"/>
              <a:t>Обучается с помощью </a:t>
            </a:r>
            <a:r>
              <a:rPr lang="ru-RU" dirty="0" err="1"/>
              <a:t>лосов</a:t>
            </a:r>
            <a:r>
              <a:rPr lang="ru-RU" dirty="0"/>
              <a:t> </a:t>
            </a:r>
            <a:r>
              <a:rPr lang="en-US" dirty="0"/>
              <a:t>ITC, ITM, LM (</a:t>
            </a:r>
            <a:r>
              <a:rPr lang="ru-RU" dirty="0"/>
              <a:t>тут он назван </a:t>
            </a:r>
            <a:r>
              <a:rPr lang="en-US" dirty="0"/>
              <a:t>Image-Grounded Text Generation)</a:t>
            </a:r>
            <a:endParaRPr lang="ru-RU" dirty="0"/>
          </a:p>
        </p:txBody>
      </p:sp>
      <p:pic>
        <p:nvPicPr>
          <p:cNvPr id="11266" name="Picture 2">
            <a:extLst>
              <a:ext uri="{FF2B5EF4-FFF2-40B4-BE49-F238E27FC236}">
                <a16:creationId xmlns:a16="http://schemas.microsoft.com/office/drawing/2014/main" id="{17090014-F4D9-DFFE-8344-353D68AD84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4079"/>
          <a:stretch>
            <a:fillRect/>
          </a:stretch>
        </p:blipFill>
        <p:spPr bwMode="auto">
          <a:xfrm>
            <a:off x="523102" y="920498"/>
            <a:ext cx="8334375" cy="1938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564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E7A7C-D836-964B-F098-9F3D758EBC89}"/>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4AFADE-5E7D-B0AD-FC88-E010B4E937EA}"/>
              </a:ext>
            </a:extLst>
          </p:cNvPr>
          <p:cNvSpPr>
            <a:spLocks noGrp="1"/>
          </p:cNvSpPr>
          <p:nvPr>
            <p:ph type="title"/>
          </p:nvPr>
        </p:nvSpPr>
        <p:spPr>
          <a:xfrm>
            <a:off x="457200" y="306435"/>
            <a:ext cx="6824382" cy="527284"/>
          </a:xfrm>
        </p:spPr>
        <p:txBody>
          <a:bodyPr anchor="ctr">
            <a:normAutofit/>
          </a:bodyPr>
          <a:lstStyle/>
          <a:p>
            <a:pPr>
              <a:lnSpc>
                <a:spcPct val="90000"/>
              </a:lnSpc>
            </a:pPr>
            <a:r>
              <a:rPr lang="en-US" sz="3000" dirty="0"/>
              <a:t>BLIP-2: </a:t>
            </a:r>
            <a:r>
              <a:rPr lang="ru-RU" sz="3000" dirty="0"/>
              <a:t>Как применяется</a:t>
            </a:r>
          </a:p>
        </p:txBody>
      </p:sp>
      <p:sp>
        <p:nvSpPr>
          <p:cNvPr id="4" name="TextBox 3">
            <a:extLst>
              <a:ext uri="{FF2B5EF4-FFF2-40B4-BE49-F238E27FC236}">
                <a16:creationId xmlns:a16="http://schemas.microsoft.com/office/drawing/2014/main" id="{EA9B701D-B9C1-B192-8CF8-C87EC6CE579E}"/>
              </a:ext>
            </a:extLst>
          </p:cNvPr>
          <p:cNvSpPr txBox="1"/>
          <p:nvPr/>
        </p:nvSpPr>
        <p:spPr>
          <a:xfrm>
            <a:off x="731520" y="3393248"/>
            <a:ext cx="7680959" cy="1754326"/>
          </a:xfrm>
          <a:prstGeom prst="rect">
            <a:avLst/>
          </a:prstGeom>
          <a:noFill/>
        </p:spPr>
        <p:txBody>
          <a:bodyPr wrap="square" rtlCol="0">
            <a:spAutoFit/>
          </a:bodyPr>
          <a:lstStyle/>
          <a:p>
            <a:pPr fontAlgn="base"/>
            <a:r>
              <a:rPr lang="ru-RU" dirty="0"/>
              <a:t>Для архитектур </a:t>
            </a:r>
            <a:r>
              <a:rPr lang="en-US" dirty="0"/>
              <a:t>Decoder-based (</a:t>
            </a:r>
            <a:r>
              <a:rPr lang="ru-RU" dirty="0"/>
              <a:t>все современные </a:t>
            </a:r>
            <a:r>
              <a:rPr lang="en-US" dirty="0"/>
              <a:t>LLM </a:t>
            </a:r>
            <a:r>
              <a:rPr lang="ru-RU" dirty="0"/>
              <a:t>именно такие) полученные </a:t>
            </a:r>
            <a:r>
              <a:rPr lang="ru-RU" dirty="0" err="1"/>
              <a:t>эмбединги</a:t>
            </a:r>
            <a:r>
              <a:rPr lang="ru-RU" dirty="0"/>
              <a:t> от </a:t>
            </a:r>
            <a:r>
              <a:rPr lang="en-US" dirty="0"/>
              <a:t>Q-Former </a:t>
            </a:r>
            <a:r>
              <a:rPr lang="ru-RU" dirty="0"/>
              <a:t>передаются сразу в </a:t>
            </a:r>
            <a:r>
              <a:rPr lang="en-US" dirty="0"/>
              <a:t>Decoder</a:t>
            </a:r>
          </a:p>
          <a:p>
            <a:pPr fontAlgn="base"/>
            <a:endParaRPr lang="en-US" dirty="0"/>
          </a:p>
          <a:p>
            <a:pPr fontAlgn="base"/>
            <a:r>
              <a:rPr lang="ru-RU" dirty="0"/>
              <a:t>Для архитектур </a:t>
            </a:r>
            <a:r>
              <a:rPr lang="en-US" dirty="0"/>
              <a:t>Encoder-Decoder-based (</a:t>
            </a:r>
            <a:r>
              <a:rPr lang="ru-RU" dirty="0"/>
              <a:t>как оригинальный </a:t>
            </a:r>
            <a:r>
              <a:rPr lang="en-US" dirty="0"/>
              <a:t>Transformer</a:t>
            </a:r>
            <a:r>
              <a:rPr lang="ru-RU" dirty="0"/>
              <a:t>) полученные </a:t>
            </a:r>
            <a:r>
              <a:rPr lang="ru-RU" dirty="0" err="1"/>
              <a:t>эмбединги</a:t>
            </a:r>
            <a:r>
              <a:rPr lang="ru-RU" dirty="0"/>
              <a:t> от </a:t>
            </a:r>
            <a:r>
              <a:rPr lang="en-US" dirty="0"/>
              <a:t>Q-Former </a:t>
            </a:r>
            <a:r>
              <a:rPr lang="ru-RU" dirty="0"/>
              <a:t>передаются</a:t>
            </a:r>
            <a:r>
              <a:rPr lang="en-US" dirty="0"/>
              <a:t> </a:t>
            </a:r>
            <a:r>
              <a:rPr lang="ru-RU" dirty="0"/>
              <a:t>сначала в </a:t>
            </a:r>
            <a:r>
              <a:rPr lang="en-US" dirty="0"/>
              <a:t>Encoder </a:t>
            </a:r>
            <a:r>
              <a:rPr lang="ru-RU" dirty="0"/>
              <a:t>блок, а потом уже в </a:t>
            </a:r>
            <a:r>
              <a:rPr lang="en-US" dirty="0"/>
              <a:t>Decoder</a:t>
            </a:r>
            <a:endParaRPr lang="ru-RU" dirty="0"/>
          </a:p>
        </p:txBody>
      </p:sp>
      <p:pic>
        <p:nvPicPr>
          <p:cNvPr id="12290" name="Picture 2">
            <a:extLst>
              <a:ext uri="{FF2B5EF4-FFF2-40B4-BE49-F238E27FC236}">
                <a16:creationId xmlns:a16="http://schemas.microsoft.com/office/drawing/2014/main" id="{4FDAFF0E-D4AD-159C-1882-0CDAF9AF2A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0960"/>
          <a:stretch>
            <a:fillRect/>
          </a:stretch>
        </p:blipFill>
        <p:spPr bwMode="auto">
          <a:xfrm>
            <a:off x="329997" y="1021344"/>
            <a:ext cx="8334375" cy="2303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578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BF78D-5195-3BF1-7F03-5DD7A4CADAD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161C308-FBDF-9720-379C-FCBE0E19CC15}"/>
              </a:ext>
            </a:extLst>
          </p:cNvPr>
          <p:cNvSpPr>
            <a:spLocks noGrp="1"/>
          </p:cNvSpPr>
          <p:nvPr>
            <p:ph type="title"/>
          </p:nvPr>
        </p:nvSpPr>
        <p:spPr>
          <a:xfrm>
            <a:off x="457200" y="306435"/>
            <a:ext cx="6824382" cy="527284"/>
          </a:xfrm>
        </p:spPr>
        <p:txBody>
          <a:bodyPr anchor="ctr">
            <a:normAutofit fontScale="90000"/>
          </a:bodyPr>
          <a:lstStyle/>
          <a:p>
            <a:pPr>
              <a:lnSpc>
                <a:spcPct val="90000"/>
              </a:lnSpc>
            </a:pPr>
            <a:r>
              <a:rPr lang="en-US" dirty="0" err="1"/>
              <a:t>InstructBLIP</a:t>
            </a:r>
            <a:endParaRPr lang="ru-RU" sz="3000" dirty="0"/>
          </a:p>
        </p:txBody>
      </p:sp>
      <p:sp>
        <p:nvSpPr>
          <p:cNvPr id="4" name="TextBox 3">
            <a:extLst>
              <a:ext uri="{FF2B5EF4-FFF2-40B4-BE49-F238E27FC236}">
                <a16:creationId xmlns:a16="http://schemas.microsoft.com/office/drawing/2014/main" id="{526E05F3-4274-EADE-F7F0-F8E5A8C571F0}"/>
              </a:ext>
            </a:extLst>
          </p:cNvPr>
          <p:cNvSpPr txBox="1"/>
          <p:nvPr/>
        </p:nvSpPr>
        <p:spPr>
          <a:xfrm>
            <a:off x="731520" y="3393248"/>
            <a:ext cx="7680959" cy="1754326"/>
          </a:xfrm>
          <a:prstGeom prst="rect">
            <a:avLst/>
          </a:prstGeom>
          <a:noFill/>
        </p:spPr>
        <p:txBody>
          <a:bodyPr wrap="square" rtlCol="0">
            <a:spAutoFit/>
          </a:bodyPr>
          <a:lstStyle/>
          <a:p>
            <a:pPr fontAlgn="base"/>
            <a:r>
              <a:rPr lang="ru-RU" dirty="0"/>
              <a:t>На самом деле в задачах мультимодальности (изображение, текст) можно из декомпозировать на разные подгруппы</a:t>
            </a:r>
            <a:r>
              <a:rPr lang="en-US" dirty="0"/>
              <a:t>: Image Classification, IQA, IQG </a:t>
            </a:r>
            <a:r>
              <a:rPr lang="ru-RU" dirty="0"/>
              <a:t>и так далее. </a:t>
            </a:r>
          </a:p>
          <a:p>
            <a:pPr fontAlgn="base"/>
            <a:endParaRPr lang="ru-RU" dirty="0"/>
          </a:p>
          <a:p>
            <a:pPr fontAlgn="base"/>
            <a:r>
              <a:rPr lang="ru-RU" dirty="0"/>
              <a:t>С логической точки зрения не совсем правильно их обучать одинаково, нужно из разделять</a:t>
            </a:r>
          </a:p>
        </p:txBody>
      </p:sp>
      <p:pic>
        <p:nvPicPr>
          <p:cNvPr id="13314" name="Picture 2">
            <a:extLst>
              <a:ext uri="{FF2B5EF4-FFF2-40B4-BE49-F238E27FC236}">
                <a16:creationId xmlns:a16="http://schemas.microsoft.com/office/drawing/2014/main" id="{12DE7E1F-B035-78FF-EB19-B4C835E579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2050" y="833719"/>
            <a:ext cx="4674631" cy="259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761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52876-CB15-ED7B-34BE-72969B06B1E2}"/>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AA356E-1460-D65E-8E3A-C80E431E1D8F}"/>
              </a:ext>
            </a:extLst>
          </p:cNvPr>
          <p:cNvSpPr>
            <a:spLocks noGrp="1"/>
          </p:cNvSpPr>
          <p:nvPr>
            <p:ph type="title"/>
          </p:nvPr>
        </p:nvSpPr>
        <p:spPr>
          <a:xfrm>
            <a:off x="457200" y="306435"/>
            <a:ext cx="6824382" cy="527284"/>
          </a:xfrm>
        </p:spPr>
        <p:txBody>
          <a:bodyPr anchor="ctr">
            <a:normAutofit fontScale="90000"/>
          </a:bodyPr>
          <a:lstStyle/>
          <a:p>
            <a:pPr>
              <a:lnSpc>
                <a:spcPct val="90000"/>
              </a:lnSpc>
            </a:pPr>
            <a:r>
              <a:rPr lang="en-US" dirty="0" err="1"/>
              <a:t>InstructBLIP</a:t>
            </a:r>
            <a:r>
              <a:rPr lang="en-US" dirty="0"/>
              <a:t>: </a:t>
            </a:r>
            <a:r>
              <a:rPr lang="ru-RU" dirty="0"/>
              <a:t>Собрали датасет и разделили его</a:t>
            </a:r>
            <a:endParaRPr lang="ru-RU" sz="3000" dirty="0"/>
          </a:p>
        </p:txBody>
      </p:sp>
      <p:pic>
        <p:nvPicPr>
          <p:cNvPr id="14338" name="Picture 2">
            <a:extLst>
              <a:ext uri="{FF2B5EF4-FFF2-40B4-BE49-F238E27FC236}">
                <a16:creationId xmlns:a16="http://schemas.microsoft.com/office/drawing/2014/main" id="{154E87EF-50EE-C41C-3EB0-E6438ECAF2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9681" y="914401"/>
            <a:ext cx="3564638" cy="4004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6484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D97C9-668F-5E69-7FB9-B3EB36DA4A3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BB21986-5165-1A27-AEF7-07860F9BF4E4}"/>
              </a:ext>
            </a:extLst>
          </p:cNvPr>
          <p:cNvSpPr>
            <a:spLocks noGrp="1"/>
          </p:cNvSpPr>
          <p:nvPr>
            <p:ph type="title"/>
          </p:nvPr>
        </p:nvSpPr>
        <p:spPr>
          <a:xfrm>
            <a:off x="457200" y="306435"/>
            <a:ext cx="6824382" cy="527284"/>
          </a:xfrm>
        </p:spPr>
        <p:txBody>
          <a:bodyPr anchor="ctr">
            <a:normAutofit fontScale="90000"/>
          </a:bodyPr>
          <a:lstStyle/>
          <a:p>
            <a:pPr>
              <a:lnSpc>
                <a:spcPct val="90000"/>
              </a:lnSpc>
            </a:pPr>
            <a:r>
              <a:rPr lang="en-US" dirty="0" err="1"/>
              <a:t>InstructBLIP</a:t>
            </a:r>
            <a:r>
              <a:rPr lang="en-US" dirty="0"/>
              <a:t>: </a:t>
            </a:r>
            <a:r>
              <a:rPr lang="ru-RU" dirty="0"/>
              <a:t>Подготовили свой шаблон на задачу</a:t>
            </a:r>
            <a:endParaRPr lang="ru-RU" sz="3000" dirty="0"/>
          </a:p>
        </p:txBody>
      </p:sp>
      <p:pic>
        <p:nvPicPr>
          <p:cNvPr id="15362" name="Picture 2">
            <a:extLst>
              <a:ext uri="{FF2B5EF4-FFF2-40B4-BE49-F238E27FC236}">
                <a16:creationId xmlns:a16="http://schemas.microsoft.com/office/drawing/2014/main" id="{05A038FA-A090-92D4-F98C-BA953F4EE6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2669" y="1046447"/>
            <a:ext cx="5779107" cy="3988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9903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1756D-5DD1-82CE-52ED-41F9B90BFCF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FFB6472-5A14-1618-2216-E544CCABF11F}"/>
              </a:ext>
            </a:extLst>
          </p:cNvPr>
          <p:cNvSpPr>
            <a:spLocks noGrp="1"/>
          </p:cNvSpPr>
          <p:nvPr>
            <p:ph type="title"/>
          </p:nvPr>
        </p:nvSpPr>
        <p:spPr>
          <a:xfrm>
            <a:off x="457200" y="306435"/>
            <a:ext cx="6824382" cy="527284"/>
          </a:xfrm>
        </p:spPr>
        <p:txBody>
          <a:bodyPr anchor="ctr">
            <a:normAutofit fontScale="90000"/>
          </a:bodyPr>
          <a:lstStyle/>
          <a:p>
            <a:pPr>
              <a:lnSpc>
                <a:spcPct val="90000"/>
              </a:lnSpc>
            </a:pPr>
            <a:r>
              <a:rPr lang="en-US" dirty="0" err="1"/>
              <a:t>InstructBLIP</a:t>
            </a:r>
            <a:endParaRPr lang="ru-RU" sz="3000" dirty="0"/>
          </a:p>
        </p:txBody>
      </p:sp>
      <p:pic>
        <p:nvPicPr>
          <p:cNvPr id="16386" name="Picture 2">
            <a:extLst>
              <a:ext uri="{FF2B5EF4-FFF2-40B4-BE49-F238E27FC236}">
                <a16:creationId xmlns:a16="http://schemas.microsoft.com/office/drawing/2014/main" id="{D2172395-52B5-A85E-DCE6-4C50D46D4D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6742" y="833719"/>
            <a:ext cx="5638541" cy="242296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C3729C6-5213-4374-758F-F5D0FB702B54}"/>
              </a:ext>
            </a:extLst>
          </p:cNvPr>
          <p:cNvSpPr txBox="1"/>
          <p:nvPr/>
        </p:nvSpPr>
        <p:spPr>
          <a:xfrm>
            <a:off x="731520" y="3393248"/>
            <a:ext cx="7680959" cy="1200329"/>
          </a:xfrm>
          <a:prstGeom prst="rect">
            <a:avLst/>
          </a:prstGeom>
          <a:noFill/>
        </p:spPr>
        <p:txBody>
          <a:bodyPr wrap="square" rtlCol="0">
            <a:spAutoFit/>
          </a:bodyPr>
          <a:lstStyle/>
          <a:p>
            <a:pPr fontAlgn="base"/>
            <a:r>
              <a:rPr lang="ru-RU" dirty="0"/>
              <a:t>Использовали ту же самую архитектуру, что и </a:t>
            </a:r>
            <a:r>
              <a:rPr lang="en-US" dirty="0"/>
              <a:t>BLIP2</a:t>
            </a:r>
            <a:r>
              <a:rPr lang="ru-RU" dirty="0"/>
              <a:t> с единственным отличием</a:t>
            </a:r>
            <a:r>
              <a:rPr lang="en-US" dirty="0"/>
              <a:t> </a:t>
            </a:r>
            <a:endParaRPr lang="ru-RU" dirty="0"/>
          </a:p>
          <a:p>
            <a:pPr fontAlgn="base"/>
            <a:endParaRPr lang="ru-RU" dirty="0"/>
          </a:p>
          <a:p>
            <a:pPr fontAlgn="base"/>
            <a:r>
              <a:rPr lang="ru-RU" dirty="0"/>
              <a:t>Инструкцию (шаблон) передавали в </a:t>
            </a:r>
            <a:r>
              <a:rPr lang="en-US" dirty="0"/>
              <a:t>Q-Former </a:t>
            </a:r>
            <a:r>
              <a:rPr lang="ru-RU" dirty="0"/>
              <a:t>и </a:t>
            </a:r>
            <a:r>
              <a:rPr lang="en-US" dirty="0"/>
              <a:t>LLM</a:t>
            </a:r>
          </a:p>
        </p:txBody>
      </p:sp>
    </p:spTree>
    <p:extLst>
      <p:ext uri="{BB962C8B-B14F-4D97-AF65-F5344CB8AC3E}">
        <p14:creationId xmlns:p14="http://schemas.microsoft.com/office/powerpoint/2010/main" val="1092698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612CF-9B34-160A-CEEB-B562C6BB751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D6DEB7-93A7-31EF-B6A8-D89CE8E1D7AC}"/>
              </a:ext>
            </a:extLst>
          </p:cNvPr>
          <p:cNvSpPr>
            <a:spLocks noGrp="1"/>
          </p:cNvSpPr>
          <p:nvPr>
            <p:ph type="title"/>
          </p:nvPr>
        </p:nvSpPr>
        <p:spPr>
          <a:xfrm>
            <a:off x="457200" y="306435"/>
            <a:ext cx="6824382" cy="527284"/>
          </a:xfrm>
        </p:spPr>
        <p:txBody>
          <a:bodyPr anchor="ctr">
            <a:normAutofit fontScale="90000"/>
          </a:bodyPr>
          <a:lstStyle/>
          <a:p>
            <a:pPr>
              <a:lnSpc>
                <a:spcPct val="90000"/>
              </a:lnSpc>
            </a:pPr>
            <a:r>
              <a:rPr lang="en-US" dirty="0" err="1"/>
              <a:t>InstructBLIP</a:t>
            </a:r>
            <a:r>
              <a:rPr lang="en-US" dirty="0"/>
              <a:t>: </a:t>
            </a:r>
            <a:r>
              <a:rPr lang="ru-RU" dirty="0"/>
              <a:t>Результаты</a:t>
            </a:r>
            <a:endParaRPr lang="ru-RU" sz="3000" dirty="0"/>
          </a:p>
        </p:txBody>
      </p:sp>
      <p:pic>
        <p:nvPicPr>
          <p:cNvPr id="17410" name="Picture 2">
            <a:extLst>
              <a:ext uri="{FF2B5EF4-FFF2-40B4-BE49-F238E27FC236}">
                <a16:creationId xmlns:a16="http://schemas.microsoft.com/office/drawing/2014/main" id="{E5463870-BE1E-755B-0552-31CFC11112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812" y="1022292"/>
            <a:ext cx="8334375" cy="34480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A1B86F3-6954-42E2-F856-EA50359B9E4F}"/>
              </a:ext>
            </a:extLst>
          </p:cNvPr>
          <p:cNvSpPr txBox="1"/>
          <p:nvPr/>
        </p:nvSpPr>
        <p:spPr>
          <a:xfrm>
            <a:off x="2461466" y="4576360"/>
            <a:ext cx="7680959" cy="369332"/>
          </a:xfrm>
          <a:prstGeom prst="rect">
            <a:avLst/>
          </a:prstGeom>
          <a:noFill/>
        </p:spPr>
        <p:txBody>
          <a:bodyPr wrap="square" rtlCol="0">
            <a:spAutoFit/>
          </a:bodyPr>
          <a:lstStyle/>
          <a:p>
            <a:pPr fontAlgn="base"/>
            <a:r>
              <a:rPr lang="en-US" dirty="0"/>
              <a:t>Zero-shot </a:t>
            </a:r>
            <a:r>
              <a:rPr lang="ru-RU" dirty="0"/>
              <a:t>(без обучения) на разных задачах</a:t>
            </a:r>
            <a:endParaRPr lang="en-US" dirty="0"/>
          </a:p>
        </p:txBody>
      </p:sp>
    </p:spTree>
    <p:extLst>
      <p:ext uri="{BB962C8B-B14F-4D97-AF65-F5344CB8AC3E}">
        <p14:creationId xmlns:p14="http://schemas.microsoft.com/office/powerpoint/2010/main" val="3172013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0F592-94D7-3710-F8BA-D9C74CFA103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34AD544-91BB-63E9-F2A7-A78CA45E74EB}"/>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Grounding DINO: Zero-shot object detection</a:t>
            </a:r>
            <a:endParaRPr lang="ru-RU" sz="2800" dirty="0"/>
          </a:p>
        </p:txBody>
      </p:sp>
      <p:sp>
        <p:nvSpPr>
          <p:cNvPr id="4" name="TextBox 3">
            <a:extLst>
              <a:ext uri="{FF2B5EF4-FFF2-40B4-BE49-F238E27FC236}">
                <a16:creationId xmlns:a16="http://schemas.microsoft.com/office/drawing/2014/main" id="{6A729565-E533-199F-AA71-A9F6A713E05B}"/>
              </a:ext>
            </a:extLst>
          </p:cNvPr>
          <p:cNvSpPr txBox="1"/>
          <p:nvPr/>
        </p:nvSpPr>
        <p:spPr>
          <a:xfrm>
            <a:off x="2070767" y="4467733"/>
            <a:ext cx="7680959" cy="369332"/>
          </a:xfrm>
          <a:prstGeom prst="rect">
            <a:avLst/>
          </a:prstGeom>
          <a:noFill/>
        </p:spPr>
        <p:txBody>
          <a:bodyPr wrap="square" rtlCol="0">
            <a:spAutoFit/>
          </a:bodyPr>
          <a:lstStyle/>
          <a:p>
            <a:pPr fontAlgn="base"/>
            <a:r>
              <a:rPr lang="ru-RU" dirty="0"/>
              <a:t>Позволяет детектировать объекты базируясь на тексе</a:t>
            </a:r>
            <a:endParaRPr lang="en-US" dirty="0"/>
          </a:p>
        </p:txBody>
      </p:sp>
      <p:pic>
        <p:nvPicPr>
          <p:cNvPr id="18434" name="Picture 2">
            <a:extLst>
              <a:ext uri="{FF2B5EF4-FFF2-40B4-BE49-F238E27FC236}">
                <a16:creationId xmlns:a16="http://schemas.microsoft.com/office/drawing/2014/main" id="{9E2D5ECA-C06B-65EF-25B1-7F956ED834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9054" y="866559"/>
            <a:ext cx="2564395" cy="3410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033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1CB23-938C-8010-66DA-D005ED64AC0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53152FD-F409-C1B8-3AB8-1C71A4B2A256}"/>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Grounding DINO: FEL</a:t>
            </a:r>
            <a:endParaRPr lang="ru-RU" sz="2800" dirty="0"/>
          </a:p>
        </p:txBody>
      </p:sp>
      <p:sp>
        <p:nvSpPr>
          <p:cNvPr id="4" name="TextBox 3">
            <a:extLst>
              <a:ext uri="{FF2B5EF4-FFF2-40B4-BE49-F238E27FC236}">
                <a16:creationId xmlns:a16="http://schemas.microsoft.com/office/drawing/2014/main" id="{8C0D19F4-DFC1-90EF-0317-6D58086FB226}"/>
              </a:ext>
            </a:extLst>
          </p:cNvPr>
          <p:cNvSpPr txBox="1"/>
          <p:nvPr/>
        </p:nvSpPr>
        <p:spPr>
          <a:xfrm>
            <a:off x="1339173" y="4180171"/>
            <a:ext cx="6465654" cy="369332"/>
          </a:xfrm>
          <a:prstGeom prst="rect">
            <a:avLst/>
          </a:prstGeom>
          <a:noFill/>
        </p:spPr>
        <p:txBody>
          <a:bodyPr wrap="square" rtlCol="0">
            <a:spAutoFit/>
          </a:bodyPr>
          <a:lstStyle/>
          <a:p>
            <a:pPr fontAlgn="base"/>
            <a:r>
              <a:rPr lang="ru-RU" dirty="0"/>
              <a:t>Связывает </a:t>
            </a:r>
            <a:r>
              <a:rPr lang="en-US" dirty="0"/>
              <a:t>Image </a:t>
            </a:r>
            <a:r>
              <a:rPr lang="ru-RU" dirty="0"/>
              <a:t>и </a:t>
            </a:r>
            <a:r>
              <a:rPr lang="en-US" dirty="0"/>
              <a:t>Text Features </a:t>
            </a:r>
            <a:r>
              <a:rPr lang="ru-RU" dirty="0"/>
              <a:t>через серию </a:t>
            </a:r>
            <a:r>
              <a:rPr lang="en-US" dirty="0"/>
              <a:t>Cross Attention</a:t>
            </a:r>
            <a:r>
              <a:rPr lang="ru-RU" dirty="0"/>
              <a:t> </a:t>
            </a:r>
            <a:endParaRPr lang="en-US" dirty="0"/>
          </a:p>
        </p:txBody>
      </p:sp>
      <p:pic>
        <p:nvPicPr>
          <p:cNvPr id="19458" name="Picture 2">
            <a:extLst>
              <a:ext uri="{FF2B5EF4-FFF2-40B4-BE49-F238E27FC236}">
                <a16:creationId xmlns:a16="http://schemas.microsoft.com/office/drawing/2014/main" id="{4B6A7212-224A-EC65-4F0E-C797D87EA1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61" y="988275"/>
            <a:ext cx="3833839" cy="2844461"/>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descr="Deformable Multi-Head Attention">
            <a:extLst>
              <a:ext uri="{FF2B5EF4-FFF2-40B4-BE49-F238E27FC236}">
                <a16:creationId xmlns:a16="http://schemas.microsoft.com/office/drawing/2014/main" id="{9CDFE881-D535-F43D-93DA-2314CBE528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1340" y="1300673"/>
            <a:ext cx="4572000" cy="2532063"/>
          </a:xfrm>
          <a:prstGeom prst="rect">
            <a:avLst/>
          </a:prstGeom>
          <a:noFill/>
          <a:extLst>
            <a:ext uri="{909E8E84-426E-40DD-AFC4-6F175D3DCCD1}">
              <a14:hiddenFill xmlns:a14="http://schemas.microsoft.com/office/drawing/2010/main">
                <a:solidFill>
                  <a:srgbClr val="FFFFFF"/>
                </a:solidFill>
              </a14:hiddenFill>
            </a:ext>
          </a:extLst>
        </p:spPr>
      </p:pic>
      <p:cxnSp>
        <p:nvCxnSpPr>
          <p:cNvPr id="3" name="Прямая со стрелкой 2">
            <a:extLst>
              <a:ext uri="{FF2B5EF4-FFF2-40B4-BE49-F238E27FC236}">
                <a16:creationId xmlns:a16="http://schemas.microsoft.com/office/drawing/2014/main" id="{C4D172D7-7497-D22E-BC32-D9EABB68AEA3}"/>
              </a:ext>
            </a:extLst>
          </p:cNvPr>
          <p:cNvCxnSpPr>
            <a:cxnSpLocks/>
          </p:cNvCxnSpPr>
          <p:nvPr/>
        </p:nvCxnSpPr>
        <p:spPr>
          <a:xfrm flipV="1">
            <a:off x="3649362" y="2571750"/>
            <a:ext cx="584887" cy="4680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 name="Прямоугольник 6">
            <a:extLst>
              <a:ext uri="{FF2B5EF4-FFF2-40B4-BE49-F238E27FC236}">
                <a16:creationId xmlns:a16="http://schemas.microsoft.com/office/drawing/2014/main" id="{F9630D79-A757-C434-6D43-A28645245131}"/>
              </a:ext>
            </a:extLst>
          </p:cNvPr>
          <p:cNvSpPr/>
          <p:nvPr/>
        </p:nvSpPr>
        <p:spPr>
          <a:xfrm>
            <a:off x="4234248" y="833718"/>
            <a:ext cx="4679091" cy="2999018"/>
          </a:xfrm>
          <a:prstGeom prst="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5B8E6BB-F873-33E7-2708-08EF8FE9AB24}"/>
              </a:ext>
            </a:extLst>
          </p:cNvPr>
          <p:cNvSpPr txBox="1"/>
          <p:nvPr/>
        </p:nvSpPr>
        <p:spPr>
          <a:xfrm>
            <a:off x="5028713" y="843441"/>
            <a:ext cx="4007708" cy="338554"/>
          </a:xfrm>
          <a:prstGeom prst="rect">
            <a:avLst/>
          </a:prstGeom>
          <a:noFill/>
        </p:spPr>
        <p:txBody>
          <a:bodyPr wrap="square" rtlCol="0">
            <a:spAutoFit/>
          </a:bodyPr>
          <a:lstStyle/>
          <a:p>
            <a:pPr lvl="1"/>
            <a:r>
              <a:rPr lang="en-US" sz="1600" b="1" dirty="0"/>
              <a:t>Deformable Self-Attention</a:t>
            </a:r>
          </a:p>
        </p:txBody>
      </p:sp>
    </p:spTree>
    <p:extLst>
      <p:ext uri="{BB962C8B-B14F-4D97-AF65-F5344CB8AC3E}">
        <p14:creationId xmlns:p14="http://schemas.microsoft.com/office/powerpoint/2010/main" val="13661392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6D8B-2F97-B3C3-71F7-6768CE82BA47}"/>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FA1827-143C-483C-E514-EA71781273D0}"/>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Grounding DINO: Decoder layer</a:t>
            </a:r>
            <a:endParaRPr lang="ru-RU" sz="2800" dirty="0"/>
          </a:p>
        </p:txBody>
      </p:sp>
      <p:sp>
        <p:nvSpPr>
          <p:cNvPr id="4" name="TextBox 3">
            <a:extLst>
              <a:ext uri="{FF2B5EF4-FFF2-40B4-BE49-F238E27FC236}">
                <a16:creationId xmlns:a16="http://schemas.microsoft.com/office/drawing/2014/main" id="{477BE7D8-4CEC-FCEA-5DA1-038829FCD2F4}"/>
              </a:ext>
            </a:extLst>
          </p:cNvPr>
          <p:cNvSpPr txBox="1"/>
          <p:nvPr/>
        </p:nvSpPr>
        <p:spPr>
          <a:xfrm>
            <a:off x="848497" y="3832736"/>
            <a:ext cx="7941275" cy="1200329"/>
          </a:xfrm>
          <a:prstGeom prst="rect">
            <a:avLst/>
          </a:prstGeom>
          <a:noFill/>
        </p:spPr>
        <p:txBody>
          <a:bodyPr wrap="square" rtlCol="0">
            <a:spAutoFit/>
          </a:bodyPr>
          <a:lstStyle/>
          <a:p>
            <a:pPr fontAlgn="base"/>
            <a:r>
              <a:rPr lang="ru-RU" dirty="0"/>
              <a:t>После второго этапа выбираются </a:t>
            </a:r>
            <a:r>
              <a:rPr lang="en-US" dirty="0" err="1"/>
              <a:t>TopK</a:t>
            </a:r>
            <a:r>
              <a:rPr lang="en-US" dirty="0"/>
              <a:t> queries </a:t>
            </a:r>
            <a:r>
              <a:rPr lang="ru-RU" dirty="0"/>
              <a:t>(это кандидаты на то, что в этом патче может что-то быть)</a:t>
            </a:r>
          </a:p>
          <a:p>
            <a:pPr fontAlgn="base"/>
            <a:endParaRPr lang="ru-RU" dirty="0"/>
          </a:p>
          <a:p>
            <a:pPr fontAlgn="base"/>
            <a:r>
              <a:rPr lang="ru-RU" dirty="0"/>
              <a:t>И делается еще одна процедура с </a:t>
            </a:r>
            <a:r>
              <a:rPr lang="en-US" dirty="0"/>
              <a:t>Cross </a:t>
            </a:r>
            <a:r>
              <a:rPr lang="en-US" dirty="0" err="1"/>
              <a:t>Anttention</a:t>
            </a:r>
            <a:endParaRPr lang="en-US" dirty="0"/>
          </a:p>
        </p:txBody>
      </p:sp>
      <p:pic>
        <p:nvPicPr>
          <p:cNvPr id="19458" name="Picture 2">
            <a:extLst>
              <a:ext uri="{FF2B5EF4-FFF2-40B4-BE49-F238E27FC236}">
                <a16:creationId xmlns:a16="http://schemas.microsoft.com/office/drawing/2014/main" id="{29EA10A1-3893-EA42-1F2C-BD7D22034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5081" y="910998"/>
            <a:ext cx="3275630" cy="2430306"/>
          </a:xfrm>
          <a:prstGeom prst="rect">
            <a:avLst/>
          </a:prstGeom>
          <a:noFill/>
          <a:extLst>
            <a:ext uri="{909E8E84-426E-40DD-AFC4-6F175D3DCCD1}">
              <a14:hiddenFill xmlns:a14="http://schemas.microsoft.com/office/drawing/2010/main">
                <a:solidFill>
                  <a:srgbClr val="FFFFFF"/>
                </a:solidFill>
              </a14:hiddenFill>
            </a:ext>
          </a:extLst>
        </p:spPr>
      </p:pic>
      <p:pic>
        <p:nvPicPr>
          <p:cNvPr id="20482" name="Picture 2">
            <a:extLst>
              <a:ext uri="{FF2B5EF4-FFF2-40B4-BE49-F238E27FC236}">
                <a16:creationId xmlns:a16="http://schemas.microsoft.com/office/drawing/2014/main" id="{1B4D2697-6727-EE97-F75D-1C07D3991F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146" y="742435"/>
            <a:ext cx="4329499" cy="3027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906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F5146-E6B0-DEE0-C81B-61286A44194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D7182E-7F92-B723-5A95-102047C85BED}"/>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Grounding DINO: inference</a:t>
            </a:r>
            <a:endParaRPr lang="ru-RU" sz="2800" dirty="0"/>
          </a:p>
        </p:txBody>
      </p:sp>
      <p:pic>
        <p:nvPicPr>
          <p:cNvPr id="21506" name="Picture 2">
            <a:extLst>
              <a:ext uri="{FF2B5EF4-FFF2-40B4-BE49-F238E27FC236}">
                <a16:creationId xmlns:a16="http://schemas.microsoft.com/office/drawing/2014/main" id="{4D561C32-8F3C-2388-0ABF-D9F3DBD41B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0569" y="1287636"/>
            <a:ext cx="5464195" cy="3053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1143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D7573-6470-2F9D-6C15-77105736D7D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E59B4722-F851-06F7-8FBA-8A012269CB21}"/>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Yolo-World</a:t>
            </a:r>
            <a:endParaRPr lang="ru-RU" sz="2800" dirty="0"/>
          </a:p>
        </p:txBody>
      </p:sp>
      <p:pic>
        <p:nvPicPr>
          <p:cNvPr id="5" name="Рисунок 4">
            <a:extLst>
              <a:ext uri="{FF2B5EF4-FFF2-40B4-BE49-F238E27FC236}">
                <a16:creationId xmlns:a16="http://schemas.microsoft.com/office/drawing/2014/main" id="{3A79B8DD-E781-6D34-DE62-D0862F4F0BB3}"/>
              </a:ext>
            </a:extLst>
          </p:cNvPr>
          <p:cNvPicPr>
            <a:picLocks noChangeAspect="1"/>
          </p:cNvPicPr>
          <p:nvPr/>
        </p:nvPicPr>
        <p:blipFill>
          <a:blip r:embed="rId2"/>
          <a:stretch>
            <a:fillRect/>
          </a:stretch>
        </p:blipFill>
        <p:spPr>
          <a:xfrm>
            <a:off x="1757580" y="897168"/>
            <a:ext cx="5628839" cy="2434777"/>
          </a:xfrm>
          <a:prstGeom prst="rect">
            <a:avLst/>
          </a:prstGeom>
        </p:spPr>
      </p:pic>
      <p:pic>
        <p:nvPicPr>
          <p:cNvPr id="7" name="Рисунок 6">
            <a:extLst>
              <a:ext uri="{FF2B5EF4-FFF2-40B4-BE49-F238E27FC236}">
                <a16:creationId xmlns:a16="http://schemas.microsoft.com/office/drawing/2014/main" id="{934CED1D-3A9F-CE47-B88C-1B2B5E4D8283}"/>
              </a:ext>
            </a:extLst>
          </p:cNvPr>
          <p:cNvPicPr>
            <a:picLocks noChangeAspect="1"/>
          </p:cNvPicPr>
          <p:nvPr/>
        </p:nvPicPr>
        <p:blipFill>
          <a:blip r:embed="rId3"/>
          <a:stretch>
            <a:fillRect/>
          </a:stretch>
        </p:blipFill>
        <p:spPr>
          <a:xfrm>
            <a:off x="3093178" y="3395395"/>
            <a:ext cx="3548969" cy="1675369"/>
          </a:xfrm>
          <a:prstGeom prst="rect">
            <a:avLst/>
          </a:prstGeom>
        </p:spPr>
      </p:pic>
    </p:spTree>
    <p:extLst>
      <p:ext uri="{BB962C8B-B14F-4D97-AF65-F5344CB8AC3E}">
        <p14:creationId xmlns:p14="http://schemas.microsoft.com/office/powerpoint/2010/main" val="1939699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BFCA0-51B7-C488-7733-EF734AAB120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FA1BF97-B66D-4AE1-8085-00EEB16B06DF}"/>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SAM: Zero-shot image segmentation</a:t>
            </a:r>
            <a:endParaRPr lang="ru-RU" sz="2800" dirty="0"/>
          </a:p>
        </p:txBody>
      </p:sp>
      <p:pic>
        <p:nvPicPr>
          <p:cNvPr id="22532" name="Picture 4" descr="Fig.2: SAM architecture. Image Source + Annotations by Sascha Kirch">
            <a:extLst>
              <a:ext uri="{FF2B5EF4-FFF2-40B4-BE49-F238E27FC236}">
                <a16:creationId xmlns:a16="http://schemas.microsoft.com/office/drawing/2014/main" id="{49B371D0-9439-930A-C4AB-D3BC37182B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6378" y="1140424"/>
            <a:ext cx="5461687" cy="307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28579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63237-FDEF-FD43-3DF3-0601CA0CE8C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DB0725-41F4-5448-FD8D-561FA7456047}"/>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SAM: Mask decoder</a:t>
            </a:r>
            <a:endParaRPr lang="ru-RU" sz="2800" dirty="0"/>
          </a:p>
        </p:txBody>
      </p:sp>
      <p:pic>
        <p:nvPicPr>
          <p:cNvPr id="23554" name="Picture 2" descr="Рис.4: Подробная архитектура декодера масок. Источник изображения + аннотации Саши Кирха.">
            <a:extLst>
              <a:ext uri="{FF2B5EF4-FFF2-40B4-BE49-F238E27FC236}">
                <a16:creationId xmlns:a16="http://schemas.microsoft.com/office/drawing/2014/main" id="{BB438C1E-E65F-2A74-D9BA-2F708DCE9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345" y="1459580"/>
            <a:ext cx="5975234" cy="2669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9454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A6D1D-2533-C43F-2479-98B7C5E668D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87CB4C-DA04-CBAF-1BBF-A374C0CF3BC2}"/>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SAM: SA-1B</a:t>
            </a:r>
            <a:r>
              <a:rPr lang="ru-RU" sz="2800" dirty="0"/>
              <a:t> датасет для обучения</a:t>
            </a:r>
            <a:r>
              <a:rPr lang="en-US" sz="2800" dirty="0"/>
              <a:t> </a:t>
            </a:r>
            <a:endParaRPr lang="ru-RU" sz="2800" dirty="0"/>
          </a:p>
        </p:txBody>
      </p:sp>
      <p:sp>
        <p:nvSpPr>
          <p:cNvPr id="4" name="TextBox 3">
            <a:extLst>
              <a:ext uri="{FF2B5EF4-FFF2-40B4-BE49-F238E27FC236}">
                <a16:creationId xmlns:a16="http://schemas.microsoft.com/office/drawing/2014/main" id="{BF40D2E8-EC9F-3E71-14FD-0A61B0830BD3}"/>
              </a:ext>
            </a:extLst>
          </p:cNvPr>
          <p:cNvSpPr txBox="1"/>
          <p:nvPr/>
        </p:nvSpPr>
        <p:spPr>
          <a:xfrm>
            <a:off x="457200" y="836737"/>
            <a:ext cx="8478982" cy="1815882"/>
          </a:xfrm>
          <a:prstGeom prst="rect">
            <a:avLst/>
          </a:prstGeom>
          <a:noFill/>
        </p:spPr>
        <p:txBody>
          <a:bodyPr wrap="square">
            <a:spAutoFit/>
          </a:bodyPr>
          <a:lstStyle/>
          <a:p>
            <a:pPr>
              <a:buNone/>
            </a:pPr>
            <a:r>
              <a:rPr lang="ru-RU" sz="1600" b="1" dirty="0"/>
              <a:t>Описание набора данных</a:t>
            </a:r>
          </a:p>
          <a:p>
            <a:pPr>
              <a:buFont typeface="Arial" panose="020B0604020202020204" pitchFamily="34" charset="0"/>
              <a:buChar char="•"/>
            </a:pPr>
            <a:r>
              <a:rPr lang="ru-RU" sz="1600" b="1" dirty="0"/>
              <a:t>SA-1B</a:t>
            </a:r>
            <a:r>
              <a:rPr lang="ru-RU" sz="1600" dirty="0"/>
              <a:t> — датасет из </a:t>
            </a:r>
            <a:r>
              <a:rPr lang="ru-RU" sz="1600" b="1" dirty="0"/>
              <a:t>11 млн изображений</a:t>
            </a:r>
            <a:r>
              <a:rPr lang="ru-RU" sz="1600" dirty="0"/>
              <a:t> высокого разрешения.</a:t>
            </a:r>
          </a:p>
          <a:p>
            <a:pPr>
              <a:buFont typeface="Arial" panose="020B0604020202020204" pitchFamily="34" charset="0"/>
              <a:buChar char="•"/>
            </a:pPr>
            <a:r>
              <a:rPr lang="ru-RU" sz="1600" dirty="0"/>
              <a:t>Содержит </a:t>
            </a:r>
            <a:r>
              <a:rPr lang="ru-RU" sz="1600" b="1" dirty="0"/>
              <a:t>~1,1 млрд масок</a:t>
            </a:r>
            <a:r>
              <a:rPr lang="ru-RU" sz="1600" dirty="0"/>
              <a:t> (самый крупный набор сегментации в истории).</a:t>
            </a:r>
          </a:p>
          <a:p>
            <a:pPr>
              <a:buFont typeface="Arial" panose="020B0604020202020204" pitchFamily="34" charset="0"/>
              <a:buChar char="•"/>
            </a:pPr>
            <a:r>
              <a:rPr lang="ru-RU" sz="1600" dirty="0"/>
              <a:t>Финальное разрешение изображений: </a:t>
            </a:r>
            <a:r>
              <a:rPr lang="ru-RU" sz="1600" b="1" dirty="0"/>
              <a:t>1500 </a:t>
            </a:r>
            <a:r>
              <a:rPr lang="ru-RU" sz="1600" b="1" dirty="0" err="1"/>
              <a:t>px</a:t>
            </a:r>
            <a:r>
              <a:rPr lang="ru-RU" sz="1600" b="1" dirty="0"/>
              <a:t> по короткой стороне</a:t>
            </a:r>
            <a:br>
              <a:rPr lang="ru-RU" sz="1600" dirty="0"/>
            </a:br>
            <a:r>
              <a:rPr lang="ru-RU" sz="1600" dirty="0"/>
              <a:t>(исходная версия: ~3300 × 4950 </a:t>
            </a:r>
            <a:r>
              <a:rPr lang="ru-RU" sz="1600" dirty="0" err="1"/>
              <a:t>px</a:t>
            </a:r>
            <a:r>
              <a:rPr lang="ru-RU" sz="1600" dirty="0"/>
              <a:t>).</a:t>
            </a:r>
          </a:p>
          <a:p>
            <a:pPr>
              <a:buFont typeface="Arial" panose="020B0604020202020204" pitchFamily="34" charset="0"/>
              <a:buChar char="•"/>
            </a:pPr>
            <a:r>
              <a:rPr lang="ru-RU" sz="1600" dirty="0"/>
              <a:t>Маски на изображение: от </a:t>
            </a:r>
            <a:r>
              <a:rPr lang="ru-RU" sz="1600" b="1" dirty="0"/>
              <a:t>&lt;50</a:t>
            </a:r>
            <a:r>
              <a:rPr lang="ru-RU" sz="1600" dirty="0"/>
              <a:t> до </a:t>
            </a:r>
            <a:r>
              <a:rPr lang="ru-RU" sz="1600" b="1" dirty="0"/>
              <a:t>&gt;500</a:t>
            </a:r>
            <a:r>
              <a:rPr lang="ru-RU" sz="1600" dirty="0"/>
              <a:t>.</a:t>
            </a:r>
          </a:p>
          <a:p>
            <a:pPr>
              <a:buFont typeface="Arial" panose="020B0604020202020204" pitchFamily="34" charset="0"/>
              <a:buChar char="•"/>
            </a:pPr>
            <a:r>
              <a:rPr lang="ru-RU" sz="1600" dirty="0"/>
              <a:t>Отличается высокой вариативностью сцен и объектов.</a:t>
            </a:r>
          </a:p>
        </p:txBody>
      </p:sp>
      <p:sp>
        <p:nvSpPr>
          <p:cNvPr id="6" name="TextBox 5">
            <a:extLst>
              <a:ext uri="{FF2B5EF4-FFF2-40B4-BE49-F238E27FC236}">
                <a16:creationId xmlns:a16="http://schemas.microsoft.com/office/drawing/2014/main" id="{E44978EC-4E15-A1E2-E538-2AF240E3B082}"/>
              </a:ext>
            </a:extLst>
          </p:cNvPr>
          <p:cNvSpPr txBox="1"/>
          <p:nvPr/>
        </p:nvSpPr>
        <p:spPr>
          <a:xfrm>
            <a:off x="66502" y="2923450"/>
            <a:ext cx="3433156" cy="1815882"/>
          </a:xfrm>
          <a:prstGeom prst="rect">
            <a:avLst/>
          </a:prstGeom>
          <a:noFill/>
        </p:spPr>
        <p:txBody>
          <a:bodyPr wrap="square">
            <a:spAutoFit/>
          </a:bodyPr>
          <a:lstStyle/>
          <a:p>
            <a:pPr>
              <a:buNone/>
            </a:pPr>
            <a:r>
              <a:rPr lang="ru-RU" sz="1400" b="1" dirty="0"/>
              <a:t>1. Ручной этап (Human-</a:t>
            </a:r>
            <a:r>
              <a:rPr lang="ru-RU" sz="1400" b="1" dirty="0" err="1"/>
              <a:t>in</a:t>
            </a:r>
            <a:r>
              <a:rPr lang="ru-RU" sz="1400" b="1" dirty="0"/>
              <a:t>-</a:t>
            </a:r>
            <a:r>
              <a:rPr lang="ru-RU" sz="1400" b="1" dirty="0" err="1"/>
              <a:t>the-Loop</a:t>
            </a:r>
            <a:r>
              <a:rPr lang="ru-RU" sz="1400" b="1" dirty="0"/>
              <a:t>)</a:t>
            </a:r>
          </a:p>
          <a:p>
            <a:pPr>
              <a:buFont typeface="Arial" panose="020B0604020202020204" pitchFamily="34" charset="0"/>
              <a:buChar char="•"/>
            </a:pPr>
            <a:r>
              <a:rPr lang="ru-RU" sz="1400" dirty="0"/>
              <a:t>Профессиональные разметчики использовали раннюю версию SAM.</a:t>
            </a:r>
          </a:p>
          <a:p>
            <a:pPr>
              <a:buFont typeface="Arial" panose="020B0604020202020204" pitchFamily="34" charset="0"/>
              <a:buChar char="•"/>
            </a:pPr>
            <a:r>
              <a:rPr lang="ru-RU" sz="1400" dirty="0"/>
              <a:t>Отмечали самые заметные объекты; ограничение — 30 секунд на изображение.</a:t>
            </a:r>
          </a:p>
          <a:p>
            <a:pPr>
              <a:buFont typeface="Arial" panose="020B0604020202020204" pitchFamily="34" charset="0"/>
              <a:buChar char="•"/>
            </a:pPr>
            <a:r>
              <a:rPr lang="ru-RU" sz="1400" dirty="0"/>
              <a:t>После этапа модель повторно обучили.</a:t>
            </a:r>
          </a:p>
          <a:p>
            <a:pPr>
              <a:buFont typeface="Arial" panose="020B0604020202020204" pitchFamily="34" charset="0"/>
              <a:buChar char="•"/>
            </a:pPr>
            <a:r>
              <a:rPr lang="ru-RU" sz="1400" b="1" dirty="0"/>
              <a:t>120 тыс. изображений, 4,3 млн масок.</a:t>
            </a:r>
            <a:endParaRPr lang="ru-RU" sz="1400" dirty="0"/>
          </a:p>
        </p:txBody>
      </p:sp>
      <p:sp>
        <p:nvSpPr>
          <p:cNvPr id="8" name="TextBox 7">
            <a:extLst>
              <a:ext uri="{FF2B5EF4-FFF2-40B4-BE49-F238E27FC236}">
                <a16:creationId xmlns:a16="http://schemas.microsoft.com/office/drawing/2014/main" id="{371B5A0D-F076-0C0E-0807-A7BAB54236EC}"/>
              </a:ext>
            </a:extLst>
          </p:cNvPr>
          <p:cNvSpPr txBox="1"/>
          <p:nvPr/>
        </p:nvSpPr>
        <p:spPr>
          <a:xfrm>
            <a:off x="3254434" y="2850294"/>
            <a:ext cx="2834640" cy="2246769"/>
          </a:xfrm>
          <a:prstGeom prst="rect">
            <a:avLst/>
          </a:prstGeom>
          <a:noFill/>
        </p:spPr>
        <p:txBody>
          <a:bodyPr wrap="square">
            <a:spAutoFit/>
          </a:bodyPr>
          <a:lstStyle/>
          <a:p>
            <a:pPr>
              <a:buNone/>
            </a:pPr>
            <a:r>
              <a:rPr lang="ru-RU" sz="1400" b="1" dirty="0"/>
              <a:t>2. Полуавтоматический этап</a:t>
            </a:r>
          </a:p>
          <a:p>
            <a:pPr>
              <a:buFont typeface="Arial" panose="020B0604020202020204" pitchFamily="34" charset="0"/>
              <a:buChar char="•"/>
            </a:pPr>
            <a:r>
              <a:rPr lang="ru-RU" sz="1400" dirty="0"/>
              <a:t>SAM генерирует часть масок автоматически.</a:t>
            </a:r>
          </a:p>
          <a:p>
            <a:pPr>
              <a:buFont typeface="Arial" panose="020B0604020202020204" pitchFamily="34" charset="0"/>
              <a:buChar char="•"/>
            </a:pPr>
            <a:r>
              <a:rPr lang="ru-RU" sz="1400" dirty="0"/>
              <a:t>Разметчики добавляют недостающие/малозаметные объекты.</a:t>
            </a:r>
          </a:p>
          <a:p>
            <a:pPr>
              <a:buFont typeface="Arial" panose="020B0604020202020204" pitchFamily="34" charset="0"/>
              <a:buChar char="•"/>
            </a:pPr>
            <a:r>
              <a:rPr lang="ru-RU" sz="1400" dirty="0"/>
              <a:t>Модель снова переобучена на расширенном наборе.</a:t>
            </a:r>
          </a:p>
          <a:p>
            <a:pPr>
              <a:buFont typeface="Arial" panose="020B0604020202020204" pitchFamily="34" charset="0"/>
              <a:buChar char="•"/>
            </a:pPr>
            <a:r>
              <a:rPr lang="ru-RU" sz="1400" b="1" dirty="0"/>
              <a:t>300 тыс. изображений, 10,2 млн масок.</a:t>
            </a:r>
            <a:endParaRPr lang="ru-RU" sz="1400" dirty="0"/>
          </a:p>
        </p:txBody>
      </p:sp>
      <p:sp>
        <p:nvSpPr>
          <p:cNvPr id="10" name="TextBox 9">
            <a:extLst>
              <a:ext uri="{FF2B5EF4-FFF2-40B4-BE49-F238E27FC236}">
                <a16:creationId xmlns:a16="http://schemas.microsoft.com/office/drawing/2014/main" id="{3084B241-19CD-9537-94AC-D259BC00244D}"/>
              </a:ext>
            </a:extLst>
          </p:cNvPr>
          <p:cNvSpPr txBox="1"/>
          <p:nvPr/>
        </p:nvSpPr>
        <p:spPr>
          <a:xfrm>
            <a:off x="6242858" y="2850294"/>
            <a:ext cx="2834640" cy="1815882"/>
          </a:xfrm>
          <a:prstGeom prst="rect">
            <a:avLst/>
          </a:prstGeom>
          <a:noFill/>
        </p:spPr>
        <p:txBody>
          <a:bodyPr wrap="square">
            <a:spAutoFit/>
          </a:bodyPr>
          <a:lstStyle/>
          <a:p>
            <a:pPr>
              <a:buNone/>
            </a:pPr>
            <a:r>
              <a:rPr lang="ru-RU" sz="1400" b="1" dirty="0"/>
              <a:t>3. Полностью автоматический этап</a:t>
            </a:r>
          </a:p>
          <a:p>
            <a:pPr>
              <a:buFont typeface="Arial" panose="020B0604020202020204" pitchFamily="34" charset="0"/>
              <a:buChar char="•"/>
            </a:pPr>
            <a:r>
              <a:rPr lang="ru-RU" sz="1400" dirty="0"/>
              <a:t>Процесс аннотирования полностью автоматизирован.</a:t>
            </a:r>
          </a:p>
          <a:p>
            <a:pPr>
              <a:buFont typeface="Arial" panose="020B0604020202020204" pitchFamily="34" charset="0"/>
              <a:buChar char="•"/>
            </a:pPr>
            <a:r>
              <a:rPr lang="ru-RU" sz="1400" dirty="0"/>
              <a:t>SAM получает сетку </a:t>
            </a:r>
            <a:r>
              <a:rPr lang="ru-RU" sz="1400" b="1" dirty="0"/>
              <a:t>32×32 точек</a:t>
            </a:r>
            <a:r>
              <a:rPr lang="ru-RU" sz="1400" dirty="0"/>
              <a:t> для генерации масок.</a:t>
            </a:r>
          </a:p>
          <a:p>
            <a:pPr>
              <a:buFont typeface="Arial" panose="020B0604020202020204" pitchFamily="34" charset="0"/>
              <a:buChar char="•"/>
            </a:pPr>
            <a:r>
              <a:rPr lang="ru-RU" sz="1400" dirty="0"/>
              <a:t>Применена постобработка для повышения качества.</a:t>
            </a:r>
          </a:p>
        </p:txBody>
      </p:sp>
    </p:spTree>
    <p:extLst>
      <p:ext uri="{BB962C8B-B14F-4D97-AF65-F5344CB8AC3E}">
        <p14:creationId xmlns:p14="http://schemas.microsoft.com/office/powerpoint/2010/main" val="49383306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F479B-07B1-54BB-C79E-F4DEC6E6CB6C}"/>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BBD0C1AB-27B6-5E49-73C5-0F66A144CD5B}"/>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Whisper: Voice to Text</a:t>
            </a:r>
            <a:endParaRPr lang="ru-RU" sz="2800" dirty="0"/>
          </a:p>
        </p:txBody>
      </p:sp>
      <p:pic>
        <p:nvPicPr>
          <p:cNvPr id="25602" name="Picture 2">
            <a:extLst>
              <a:ext uri="{FF2B5EF4-FFF2-40B4-BE49-F238E27FC236}">
                <a16:creationId xmlns:a16="http://schemas.microsoft.com/office/drawing/2014/main" id="{03254665-271E-B3B6-40E6-7064574066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814" y="943720"/>
            <a:ext cx="5280371" cy="3788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77424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3E851-6131-811A-49BA-B7252C5EF024}"/>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D997E02-7299-DE54-0FEC-C128A346A7AE}"/>
              </a:ext>
            </a:extLst>
          </p:cNvPr>
          <p:cNvSpPr>
            <a:spLocks noGrp="1"/>
          </p:cNvSpPr>
          <p:nvPr>
            <p:ph type="title"/>
          </p:nvPr>
        </p:nvSpPr>
        <p:spPr>
          <a:xfrm>
            <a:off x="457200" y="306435"/>
            <a:ext cx="6824382" cy="527284"/>
          </a:xfrm>
        </p:spPr>
        <p:txBody>
          <a:bodyPr anchor="ctr">
            <a:noAutofit/>
          </a:bodyPr>
          <a:lstStyle/>
          <a:p>
            <a:pPr>
              <a:lnSpc>
                <a:spcPct val="90000"/>
              </a:lnSpc>
            </a:pPr>
            <a:r>
              <a:rPr lang="en-US" sz="2800" dirty="0"/>
              <a:t>GPT-4o</a:t>
            </a:r>
            <a:endParaRPr lang="ru-RU" sz="2800" dirty="0"/>
          </a:p>
        </p:txBody>
      </p:sp>
      <p:pic>
        <p:nvPicPr>
          <p:cNvPr id="26626" name="Picture 2" descr="diagram">
            <a:extLst>
              <a:ext uri="{FF2B5EF4-FFF2-40B4-BE49-F238E27FC236}">
                <a16:creationId xmlns:a16="http://schemas.microsoft.com/office/drawing/2014/main" id="{090F2704-7E1F-1D2D-5A5B-6070597364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802" y="999183"/>
            <a:ext cx="3837882" cy="383788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4D1AC98-C028-3E20-F562-AA9E20D163B6}"/>
              </a:ext>
            </a:extLst>
          </p:cNvPr>
          <p:cNvSpPr txBox="1"/>
          <p:nvPr/>
        </p:nvSpPr>
        <p:spPr>
          <a:xfrm>
            <a:off x="4630190" y="999183"/>
            <a:ext cx="4355868" cy="3139321"/>
          </a:xfrm>
          <a:prstGeom prst="rect">
            <a:avLst/>
          </a:prstGeom>
          <a:noFill/>
        </p:spPr>
        <p:txBody>
          <a:bodyPr wrap="square" rtlCol="0">
            <a:spAutoFit/>
          </a:bodyPr>
          <a:lstStyle/>
          <a:p>
            <a:pPr fontAlgn="base"/>
            <a:r>
              <a:rPr lang="ru-RU" dirty="0"/>
              <a:t>Нет достоверно известной информации какая архитектура у </a:t>
            </a:r>
            <a:r>
              <a:rPr lang="en-US" dirty="0"/>
              <a:t>GPT-4o (</a:t>
            </a:r>
            <a:r>
              <a:rPr lang="ru-RU" dirty="0"/>
              <a:t>Умеет понимать картинки, голос, текст и на выходе генерировать изображения или выдавать текст)</a:t>
            </a:r>
          </a:p>
          <a:p>
            <a:pPr fontAlgn="base"/>
            <a:endParaRPr lang="ru-RU" dirty="0"/>
          </a:p>
          <a:p>
            <a:pPr fontAlgn="base"/>
            <a:r>
              <a:rPr lang="ru-RU" dirty="0"/>
              <a:t>Но скорее всего работает схожим образом как у </a:t>
            </a:r>
            <a:r>
              <a:rPr lang="en-US" dirty="0"/>
              <a:t>BLIP – </a:t>
            </a:r>
            <a:r>
              <a:rPr lang="ru-RU" dirty="0"/>
              <a:t>есть отдельные кодировщики модальностей, информация от которых затем поступает для дальнейшего совместного анализа</a:t>
            </a:r>
            <a:endParaRPr lang="en-US" dirty="0"/>
          </a:p>
        </p:txBody>
      </p:sp>
    </p:spTree>
    <p:extLst>
      <p:ext uri="{BB962C8B-B14F-4D97-AF65-F5344CB8AC3E}">
        <p14:creationId xmlns:p14="http://schemas.microsoft.com/office/powerpoint/2010/main" val="2417734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93176-D40D-31B7-8408-F081919842C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CFA77C-AA89-56CB-2B84-DB00816678CC}"/>
              </a:ext>
            </a:extLst>
          </p:cNvPr>
          <p:cNvSpPr>
            <a:spLocks noGrp="1"/>
          </p:cNvSpPr>
          <p:nvPr>
            <p:ph type="title"/>
          </p:nvPr>
        </p:nvSpPr>
        <p:spPr>
          <a:xfrm>
            <a:off x="457200" y="306435"/>
            <a:ext cx="6824382" cy="527284"/>
          </a:xfrm>
        </p:spPr>
        <p:txBody>
          <a:bodyPr anchor="ctr">
            <a:noAutofit/>
          </a:bodyPr>
          <a:lstStyle/>
          <a:p>
            <a:pPr>
              <a:lnSpc>
                <a:spcPct val="90000"/>
              </a:lnSpc>
            </a:pPr>
            <a:r>
              <a:rPr lang="ru-RU" sz="2800" dirty="0"/>
              <a:t>Выводы</a:t>
            </a:r>
          </a:p>
        </p:txBody>
      </p:sp>
      <p:sp>
        <p:nvSpPr>
          <p:cNvPr id="3" name="TextBox 2">
            <a:extLst>
              <a:ext uri="{FF2B5EF4-FFF2-40B4-BE49-F238E27FC236}">
                <a16:creationId xmlns:a16="http://schemas.microsoft.com/office/drawing/2014/main" id="{BC41C903-92C0-9530-1824-E9C6E0DB66B6}"/>
              </a:ext>
            </a:extLst>
          </p:cNvPr>
          <p:cNvSpPr txBox="1"/>
          <p:nvPr/>
        </p:nvSpPr>
        <p:spPr>
          <a:xfrm>
            <a:off x="457200" y="999183"/>
            <a:ext cx="8528858" cy="3693319"/>
          </a:xfrm>
          <a:prstGeom prst="rect">
            <a:avLst/>
          </a:prstGeom>
          <a:noFill/>
        </p:spPr>
        <p:txBody>
          <a:bodyPr wrap="square" rtlCol="0">
            <a:spAutoFit/>
          </a:bodyPr>
          <a:lstStyle/>
          <a:p>
            <a:pPr marL="342900" indent="-342900" fontAlgn="base">
              <a:buAutoNum type="arabicParenR"/>
            </a:pPr>
            <a:r>
              <a:rPr lang="ru-RU" dirty="0"/>
              <a:t>Мультимодальность — ключевое направление развития моделей ИИ.</a:t>
            </a:r>
          </a:p>
          <a:p>
            <a:pPr marL="342900" indent="-342900" fontAlgn="base">
              <a:buAutoNum type="arabicParenR"/>
            </a:pPr>
            <a:r>
              <a:rPr lang="ru-RU" dirty="0"/>
              <a:t>Совместное обучение на разных модальностях улучшает качество даже на одной модальности. </a:t>
            </a:r>
          </a:p>
          <a:p>
            <a:pPr marL="342900" indent="-342900" fontAlgn="base">
              <a:buAutoNum type="arabicParenR"/>
            </a:pPr>
            <a:r>
              <a:rPr lang="ru-RU" dirty="0"/>
              <a:t>Объединённые представления позволяют моделям строить более глубокие семантические связи.</a:t>
            </a:r>
          </a:p>
          <a:p>
            <a:pPr marL="342900" indent="-342900" fontAlgn="base">
              <a:buAutoNum type="arabicParenR"/>
            </a:pPr>
            <a:r>
              <a:rPr lang="ru-RU" dirty="0"/>
              <a:t>Полноценные мультимодальные модели требуют огромных данных и ресурсов (CLIP, BLIP, GPT-4o).</a:t>
            </a:r>
          </a:p>
          <a:p>
            <a:pPr marL="342900" indent="-342900" fontAlgn="base">
              <a:buAutoNum type="arabicParenR"/>
            </a:pPr>
            <a:r>
              <a:rPr lang="ru-RU" dirty="0"/>
              <a:t>Есть облегчённые варианты: можно обучать только коннектор между модальностями (BLIP-2, </a:t>
            </a:r>
            <a:r>
              <a:rPr lang="ru-RU" dirty="0" err="1"/>
              <a:t>InstructBLIP</a:t>
            </a:r>
            <a:r>
              <a:rPr lang="ru-RU" dirty="0"/>
              <a:t>).</a:t>
            </a:r>
          </a:p>
          <a:p>
            <a:pPr marL="342900" indent="-342900" fontAlgn="base">
              <a:buAutoNum type="arabicParenR"/>
            </a:pPr>
            <a:r>
              <a:rPr lang="ru-RU" dirty="0"/>
              <a:t>Мультимодальность критична для задач генерации изображений, видео, аудио, VQA, OCR, </a:t>
            </a:r>
            <a:r>
              <a:rPr lang="ru-RU" dirty="0" err="1"/>
              <a:t>captioning</a:t>
            </a:r>
            <a:r>
              <a:rPr lang="ru-RU" dirty="0"/>
              <a:t>, </a:t>
            </a:r>
            <a:r>
              <a:rPr lang="ru-RU" dirty="0" err="1"/>
              <a:t>grounding</a:t>
            </a:r>
            <a:r>
              <a:rPr lang="ru-RU" dirty="0"/>
              <a:t>.</a:t>
            </a:r>
          </a:p>
          <a:p>
            <a:pPr marL="342900" indent="-342900" fontAlgn="base">
              <a:buAutoNum type="arabicParenR"/>
            </a:pPr>
            <a:r>
              <a:rPr lang="ru-RU" dirty="0"/>
              <a:t>Будущее — единые модели, которые принимают и генерируют текст, изображение, аудио и видео в одном трансформере.</a:t>
            </a:r>
          </a:p>
        </p:txBody>
      </p:sp>
    </p:spTree>
    <p:extLst>
      <p:ext uri="{BB962C8B-B14F-4D97-AF65-F5344CB8AC3E}">
        <p14:creationId xmlns:p14="http://schemas.microsoft.com/office/powerpoint/2010/main" val="41525995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1801813"/>
            <a:ext cx="8229600" cy="620712"/>
          </a:xfrm>
        </p:spPr>
        <p:txBody>
          <a:bodyPr>
            <a:noAutofit/>
          </a:bodyPr>
          <a:lstStyle/>
          <a:p>
            <a:pPr algn="ctr"/>
            <a:r>
              <a:rPr lang="ru-RU" sz="4400" dirty="0"/>
              <a:t>Спасибо</a:t>
            </a:r>
            <a:br>
              <a:rPr lang="ru-RU" sz="4400" dirty="0"/>
            </a:br>
            <a:r>
              <a:rPr lang="ru-RU" sz="4400" dirty="0"/>
              <a:t>за внимание!</a:t>
            </a:r>
            <a:endParaRPr lang="en-US" sz="4400" dirty="0"/>
          </a:p>
        </p:txBody>
      </p:sp>
    </p:spTree>
    <p:extLst>
      <p:ext uri="{BB962C8B-B14F-4D97-AF65-F5344CB8AC3E}">
        <p14:creationId xmlns:p14="http://schemas.microsoft.com/office/powerpoint/2010/main" val="1864942597"/>
      </p:ext>
    </p:extLst>
  </p:cSld>
  <p:clrMapOvr>
    <a:masterClrMapping/>
  </p:clrMapOvr>
</p:sld>
</file>

<file path=ppt/theme/theme1.xml><?xml version="1.0" encoding="utf-8"?>
<a:theme xmlns:a="http://schemas.openxmlformats.org/drawingml/2006/main" name="Тема1">
  <a:themeElements>
    <a:clrScheme name="Другая 1">
      <a:dk1>
        <a:sysClr val="windowText" lastClr="000000"/>
      </a:dk1>
      <a:lt1>
        <a:sysClr val="window" lastClr="FFFFFF"/>
      </a:lt1>
      <a:dk2>
        <a:srgbClr val="000000"/>
      </a:dk2>
      <a:lt2>
        <a:srgbClr val="F8F8F8"/>
      </a:lt2>
      <a:accent1>
        <a:srgbClr val="EC0B43"/>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Тема1" id="{4DAE9245-FD5C-48A3-9F61-0C8FFBFAE07A}" vid="{20E0B42B-372D-46F0-B56F-89DFAD950D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10696</TotalTime>
  <Words>1061</Words>
  <Application>Microsoft Office PowerPoint</Application>
  <PresentationFormat>Экран (16:9)</PresentationFormat>
  <Paragraphs>118</Paragraphs>
  <Slides>33</Slides>
  <Notes>1</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33</vt:i4>
      </vt:variant>
    </vt:vector>
  </HeadingPairs>
  <TitlesOfParts>
    <vt:vector size="39" baseType="lpstr">
      <vt:lpstr>ALS Gorizont Bold Expanded</vt:lpstr>
      <vt:lpstr>Arial</vt:lpstr>
      <vt:lpstr>Calibri</vt:lpstr>
      <vt:lpstr>Golos Text</vt:lpstr>
      <vt:lpstr>Golos Text DemiBold</vt:lpstr>
      <vt:lpstr>Тема1</vt:lpstr>
      <vt:lpstr>Architectural Approaches to Multimodality Современные архитектуры нейронных сетей</vt:lpstr>
      <vt:lpstr>Multimodal</vt:lpstr>
      <vt:lpstr>CLIP</vt:lpstr>
      <vt:lpstr>Supervises approach vs CLIP</vt:lpstr>
      <vt:lpstr>CLIP loss function</vt:lpstr>
      <vt:lpstr>CLIP применение: Image classification</vt:lpstr>
      <vt:lpstr>CLIP результаты</vt:lpstr>
      <vt:lpstr>CLIP применение: другие примеры</vt:lpstr>
      <vt:lpstr>BLIP</vt:lpstr>
      <vt:lpstr>BLIP: ITC loss</vt:lpstr>
      <vt:lpstr>BLIP: ITM loss</vt:lpstr>
      <vt:lpstr>BLIP: LM loss</vt:lpstr>
      <vt:lpstr>BLIP: применение</vt:lpstr>
      <vt:lpstr>BLIP-2</vt:lpstr>
      <vt:lpstr>BLIP-2: как обучается</vt:lpstr>
      <vt:lpstr>BLIP-2: Как применяется</vt:lpstr>
      <vt:lpstr>InstructBLIP</vt:lpstr>
      <vt:lpstr>InstructBLIP: Собрали датасет и разделили его</vt:lpstr>
      <vt:lpstr>InstructBLIP: Подготовили свой шаблон на задачу</vt:lpstr>
      <vt:lpstr>InstructBLIP</vt:lpstr>
      <vt:lpstr>InstructBLIP: Результаты</vt:lpstr>
      <vt:lpstr>Grounding DINO: Zero-shot object detection</vt:lpstr>
      <vt:lpstr>Grounding DINO: FEL</vt:lpstr>
      <vt:lpstr>Grounding DINO: Decoder layer</vt:lpstr>
      <vt:lpstr>Grounding DINO: inference</vt:lpstr>
      <vt:lpstr>Yolo-World</vt:lpstr>
      <vt:lpstr>SAM: Zero-shot image segmentation</vt:lpstr>
      <vt:lpstr>SAM: Mask decoder</vt:lpstr>
      <vt:lpstr>SAM: SA-1B датасет для обучения </vt:lpstr>
      <vt:lpstr>Whisper: Voice to Text</vt:lpstr>
      <vt:lpstr>GPT-4o</vt:lpstr>
      <vt:lpstr>Выводы</vt:lpstr>
      <vt:lpstr>Спасибо за внимание!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dc:creator>
  <cp:lastModifiedBy>Александр Савельев</cp:lastModifiedBy>
  <cp:revision>113</cp:revision>
  <dcterms:created xsi:type="dcterms:W3CDTF">2014-06-27T12:30:22Z</dcterms:created>
  <dcterms:modified xsi:type="dcterms:W3CDTF">2025-11-16T20:10:56Z</dcterms:modified>
</cp:coreProperties>
</file>